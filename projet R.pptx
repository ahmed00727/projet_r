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ppt/slides/slide2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0"/>
  </p:notesMasterIdLst>
  <p:sldIdLst>
    <p:sldId id="256" r:id="rId3"/>
    <p:sldId id="4607" r:id="rId4"/>
    <p:sldId id="571" r:id="rId5"/>
    <p:sldId id="268" r:id="rId6"/>
    <p:sldId id="273" r:id="rId7"/>
    <p:sldId id="274" r:id="rId8"/>
    <p:sldId id="570" r:id="rId9"/>
    <p:sldId id="4608" r:id="rId10"/>
    <p:sldId id="572" r:id="rId11"/>
    <p:sldId id="574" r:id="rId12"/>
    <p:sldId id="575" r:id="rId13"/>
    <p:sldId id="576" r:id="rId14"/>
    <p:sldId id="578" r:id="rId15"/>
    <p:sldId id="577" r:id="rId16"/>
    <p:sldId id="580" r:id="rId17"/>
    <p:sldId id="581" r:id="rId18"/>
    <p:sldId id="265" r:id="rId1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80D6CF6C-6852-4E53-B2E8-CB1150FEE5AF}">
          <p14:sldIdLst>
            <p14:sldId id="256"/>
            <p14:sldId id="4607"/>
          </p14:sldIdLst>
        </p14:section>
        <p14:section name="Default Section" id="{52D7D639-2138-418A-A40C-73853B0144D3}">
          <p14:sldIdLst>
            <p14:sldId id="571"/>
          </p14:sldIdLst>
        </p14:section>
        <p14:section name="hs" id="{ADCB6F9C-49B1-4218-A9CD-B67793DD3CCE}">
          <p14:sldIdLst>
            <p14:sldId id="268"/>
            <p14:sldId id="273"/>
            <p14:sldId id="274"/>
            <p14:sldId id="570"/>
            <p14:sldId id="4608"/>
            <p14:sldId id="572"/>
            <p14:sldId id="574"/>
            <p14:sldId id="575"/>
            <p14:sldId id="576"/>
            <p14:sldId id="578"/>
            <p14:sldId id="577"/>
            <p14:sldId id="580"/>
            <p14:sldId id="581"/>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B974"/>
    <a:srgbClr val="470000"/>
    <a:srgbClr val="C9CDCD"/>
    <a:srgbClr val="A7C7EE"/>
    <a:srgbClr val="0D47A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0899" autoAdjust="0"/>
  </p:normalViewPr>
  <p:slideViewPr>
    <p:cSldViewPr snapToGrid="0">
      <p:cViewPr>
        <p:scale>
          <a:sx n="33" d="100"/>
          <a:sy n="33" d="100"/>
        </p:scale>
        <p:origin x="2606" y="8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DELL\Desktop\traitemen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dLblPos val="bestFit"/>
          <c:showLegendKey val="0"/>
          <c:showVal val="1"/>
          <c:showCatName val="0"/>
          <c:showSerName val="0"/>
          <c:showPercent val="0"/>
          <c:showBubbleSize val="0"/>
          <c:showLeaderLines val="0"/>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32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clustered"/>
        <c:varyColors val="0"/>
        <c:ser>
          <c:idx val="0"/>
          <c:order val="0"/>
          <c:tx>
            <c:strRef>
              <c:f>Sheet3!$BE$19</c:f>
              <c:strCache>
                <c:ptCount val="1"/>
                <c:pt idx="0">
                  <c:v>Diéri  </c:v>
                </c:pt>
              </c:strCache>
            </c:strRef>
          </c:tx>
          <c:spPr>
            <a:solidFill>
              <a:schemeClr val="accent1"/>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Sheet3!$BD$20:$BD$25</c:f>
              <c:strCache>
                <c:ptCount val="6"/>
                <c:pt idx="0">
                  <c:v>H. Charghi</c:v>
                </c:pt>
                <c:pt idx="1">
                  <c:v>Guidim.</c:v>
                </c:pt>
                <c:pt idx="2">
                  <c:v>Assaba</c:v>
                </c:pt>
                <c:pt idx="3">
                  <c:v>Brakna</c:v>
                </c:pt>
                <c:pt idx="4">
                  <c:v>H. Gharbi</c:v>
                </c:pt>
                <c:pt idx="5">
                  <c:v>Gorgol</c:v>
                </c:pt>
              </c:strCache>
            </c:strRef>
          </c:cat>
          <c:val>
            <c:numRef>
              <c:f>Sheet3!$BE$20:$BE$25</c:f>
              <c:numCache>
                <c:formatCode>0%</c:formatCode>
                <c:ptCount val="6"/>
                <c:pt idx="0">
                  <c:v>0.40183805441516207</c:v>
                </c:pt>
                <c:pt idx="1">
                  <c:v>0.17547408625245262</c:v>
                </c:pt>
                <c:pt idx="2">
                  <c:v>0.14565833215267793</c:v>
                </c:pt>
                <c:pt idx="3">
                  <c:v>0.11575619252964331</c:v>
                </c:pt>
                <c:pt idx="4">
                  <c:v>9.6377523482095814E-2</c:v>
                </c:pt>
                <c:pt idx="5">
                  <c:v>6.2026307115115253E-2</c:v>
                </c:pt>
              </c:numCache>
            </c:numRef>
          </c:val>
          <c:extLst>
            <c:ext xmlns:c16="http://schemas.microsoft.com/office/drawing/2014/chart" uri="{C3380CC4-5D6E-409C-BE32-E72D297353CC}">
              <c16:uniqueId val="{00000000-EBDC-429E-BB25-0DAFACFF1056}"/>
            </c:ext>
          </c:extLst>
        </c:ser>
        <c:dLbls>
          <c:showLegendKey val="0"/>
          <c:showVal val="0"/>
          <c:showCatName val="0"/>
          <c:showSerName val="0"/>
          <c:showPercent val="0"/>
          <c:showBubbleSize val="0"/>
        </c:dLbls>
        <c:gapWidth val="150"/>
        <c:axId val="1242072544"/>
        <c:axId val="1194203152"/>
      </c:barChart>
      <c:valAx>
        <c:axId val="119420315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fr-FR"/>
          </a:p>
        </c:txPr>
        <c:crossAx val="1242072544"/>
        <c:crosses val="autoZero"/>
        <c:crossBetween val="between"/>
      </c:valAx>
      <c:catAx>
        <c:axId val="1242072544"/>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fr-FR"/>
          </a:p>
        </c:txPr>
        <c:crossAx val="1194203152"/>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clustered"/>
        <c:varyColors val="0"/>
        <c:ser>
          <c:idx val="0"/>
          <c:order val="0"/>
          <c:tx>
            <c:strRef>
              <c:f>Sheet3!$BE$19</c:f>
              <c:strCache>
                <c:ptCount val="1"/>
                <c:pt idx="0">
                  <c:v>Diéri  </c:v>
                </c:pt>
              </c:strCache>
            </c:strRef>
          </c:tx>
          <c:spPr>
            <a:solidFill>
              <a:schemeClr val="accent1"/>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Sheet3!$BD$20:$BD$25</c:f>
              <c:strCache>
                <c:ptCount val="6"/>
                <c:pt idx="0">
                  <c:v>H. Charghi</c:v>
                </c:pt>
                <c:pt idx="1">
                  <c:v>Guidim.</c:v>
                </c:pt>
                <c:pt idx="2">
                  <c:v>Assaba</c:v>
                </c:pt>
                <c:pt idx="3">
                  <c:v>Brakna</c:v>
                </c:pt>
                <c:pt idx="4">
                  <c:v>H. Gharbi</c:v>
                </c:pt>
                <c:pt idx="5">
                  <c:v>Gorgol</c:v>
                </c:pt>
              </c:strCache>
            </c:strRef>
          </c:cat>
          <c:val>
            <c:numRef>
              <c:f>Sheet3!$BE$20:$BE$25</c:f>
              <c:numCache>
                <c:formatCode>0%</c:formatCode>
                <c:ptCount val="6"/>
                <c:pt idx="0">
                  <c:v>0.40183805441516207</c:v>
                </c:pt>
                <c:pt idx="1">
                  <c:v>0.17547408625245262</c:v>
                </c:pt>
                <c:pt idx="2">
                  <c:v>0.14565833215267793</c:v>
                </c:pt>
                <c:pt idx="3">
                  <c:v>0.11575619252964331</c:v>
                </c:pt>
                <c:pt idx="4">
                  <c:v>9.6377523482095814E-2</c:v>
                </c:pt>
                <c:pt idx="5">
                  <c:v>6.2026307115115253E-2</c:v>
                </c:pt>
              </c:numCache>
            </c:numRef>
          </c:val>
          <c:extLst>
            <c:ext xmlns:c16="http://schemas.microsoft.com/office/drawing/2014/chart" uri="{C3380CC4-5D6E-409C-BE32-E72D297353CC}">
              <c16:uniqueId val="{00000000-7574-4DAC-941A-822542A7D68E}"/>
            </c:ext>
          </c:extLst>
        </c:ser>
        <c:dLbls>
          <c:showLegendKey val="0"/>
          <c:showVal val="0"/>
          <c:showCatName val="0"/>
          <c:showSerName val="0"/>
          <c:showPercent val="0"/>
          <c:showBubbleSize val="0"/>
        </c:dLbls>
        <c:gapWidth val="150"/>
        <c:axId val="1242072544"/>
        <c:axId val="1194203152"/>
      </c:barChart>
      <c:valAx>
        <c:axId val="119420315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fr-FR"/>
          </a:p>
        </c:txPr>
        <c:crossAx val="1242072544"/>
        <c:crosses val="autoZero"/>
        <c:crossBetween val="between"/>
      </c:valAx>
      <c:catAx>
        <c:axId val="1242072544"/>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fr-FR"/>
          </a:p>
        </c:txPr>
        <c:crossAx val="1194203152"/>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4">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23220A-5DE5-4545-A71F-5A31F4AF7F0C}" type="datetimeFigureOut">
              <a:rPr lang="fr-FR" smtClean="0"/>
              <a:t>23/05/2026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BC3741-E836-4E52-A54E-FA3668F4028E}" type="slidenum">
              <a:rPr lang="fr-FR" smtClean="0"/>
              <a:t>‹N°›</a:t>
            </a:fld>
            <a:endParaRPr lang="fr-FR"/>
          </a:p>
        </p:txBody>
      </p:sp>
    </p:spTree>
    <p:extLst>
      <p:ext uri="{BB962C8B-B14F-4D97-AF65-F5344CB8AC3E}">
        <p14:creationId xmlns:p14="http://schemas.microsoft.com/office/powerpoint/2010/main" val="3069280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46B28EB-1FCA-4E1B-8666-9ECB3E8E27D8}" type="slidenum">
              <a:rPr lang="fr-FR" smtClean="0"/>
              <a:t>4</a:t>
            </a:fld>
            <a:endParaRPr lang="fr-FR"/>
          </a:p>
        </p:txBody>
      </p:sp>
    </p:spTree>
    <p:extLst>
      <p:ext uri="{BB962C8B-B14F-4D97-AF65-F5344CB8AC3E}">
        <p14:creationId xmlns:p14="http://schemas.microsoft.com/office/powerpoint/2010/main" val="27312251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p:cNvSpPr>
            <a:spLocks noGrp="1"/>
          </p:cNvSpPr>
          <p:nvPr>
            <p:ph type="sldNum" sz="quarter" idx="5"/>
          </p:nvPr>
        </p:nvSpPr>
        <p:spPr/>
        <p:txBody>
          <a:bodyPr/>
          <a:lstStyle/>
          <a:p>
            <a:fld id="{7651630E-CBE5-4935-924C-10597A30442B}" type="slidenum">
              <a:rPr lang="fr-FR" smtClean="0"/>
              <a:t>5</a:t>
            </a:fld>
            <a:endParaRPr lang="fr-FR"/>
          </a:p>
        </p:txBody>
      </p:sp>
    </p:spTree>
    <p:extLst>
      <p:ext uri="{BB962C8B-B14F-4D97-AF65-F5344CB8AC3E}">
        <p14:creationId xmlns:p14="http://schemas.microsoft.com/office/powerpoint/2010/main" val="220115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Les variables explicatives </a:t>
            </a:r>
          </a:p>
        </p:txBody>
      </p:sp>
      <p:sp>
        <p:nvSpPr>
          <p:cNvPr id="4" name="Espace réservé du numéro de diapositive 3"/>
          <p:cNvSpPr>
            <a:spLocks noGrp="1"/>
          </p:cNvSpPr>
          <p:nvPr>
            <p:ph type="sldNum" sz="quarter" idx="5"/>
          </p:nvPr>
        </p:nvSpPr>
        <p:spPr/>
        <p:txBody>
          <a:bodyPr/>
          <a:lstStyle/>
          <a:p>
            <a:fld id="{7651630E-CBE5-4935-924C-10597A30442B}" type="slidenum">
              <a:rPr lang="fr-FR" smtClean="0"/>
              <a:t>6</a:t>
            </a:fld>
            <a:endParaRPr lang="fr-FR"/>
          </a:p>
        </p:txBody>
      </p:sp>
    </p:spTree>
    <p:extLst>
      <p:ext uri="{BB962C8B-B14F-4D97-AF65-F5344CB8AC3E}">
        <p14:creationId xmlns:p14="http://schemas.microsoft.com/office/powerpoint/2010/main" val="39419780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Indice de </a:t>
            </a:r>
            <a:r>
              <a:rPr lang="fr-FR" dirty="0" err="1"/>
              <a:t>bien-etre</a:t>
            </a:r>
            <a:r>
              <a:rPr lang="fr-FR" dirty="0"/>
              <a:t> </a:t>
            </a:r>
          </a:p>
        </p:txBody>
      </p:sp>
      <p:sp>
        <p:nvSpPr>
          <p:cNvPr id="4" name="Espace réservé du numéro de diapositive 3"/>
          <p:cNvSpPr>
            <a:spLocks noGrp="1"/>
          </p:cNvSpPr>
          <p:nvPr>
            <p:ph type="sldNum" sz="quarter" idx="5"/>
          </p:nvPr>
        </p:nvSpPr>
        <p:spPr/>
        <p:txBody>
          <a:bodyPr/>
          <a:lstStyle/>
          <a:p>
            <a:fld id="{7651630E-CBE5-4935-924C-10597A30442B}" type="slidenum">
              <a:rPr lang="fr-FR" smtClean="0"/>
              <a:t>7</a:t>
            </a:fld>
            <a:endParaRPr lang="fr-FR"/>
          </a:p>
        </p:txBody>
      </p:sp>
    </p:spTree>
    <p:extLst>
      <p:ext uri="{BB962C8B-B14F-4D97-AF65-F5344CB8AC3E}">
        <p14:creationId xmlns:p14="http://schemas.microsoft.com/office/powerpoint/2010/main" val="2806869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26EC4C-A94F-48AD-A406-03F73860A0E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AFB0B04F-2E3B-40D8-8818-0C710C1E4D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566A0808-D1B2-4E42-B4C5-9F1F39E88D84}"/>
              </a:ext>
            </a:extLst>
          </p:cNvPr>
          <p:cNvSpPr>
            <a:spLocks noGrp="1"/>
          </p:cNvSpPr>
          <p:nvPr>
            <p:ph type="dt" sz="half" idx="10"/>
          </p:nvPr>
        </p:nvSpPr>
        <p:spPr/>
        <p:txBody>
          <a:bodyPr/>
          <a:lstStyle/>
          <a:p>
            <a:fld id="{02FC089B-C846-4D59-99A0-73A366334896}" type="datetimeFigureOut">
              <a:rPr lang="fr-FR" smtClean="0"/>
              <a:t>23/05/2026</a:t>
            </a:fld>
            <a:endParaRPr lang="fr-FR"/>
          </a:p>
        </p:txBody>
      </p:sp>
      <p:sp>
        <p:nvSpPr>
          <p:cNvPr id="5" name="Espace réservé du pied de page 4">
            <a:extLst>
              <a:ext uri="{FF2B5EF4-FFF2-40B4-BE49-F238E27FC236}">
                <a16:creationId xmlns:a16="http://schemas.microsoft.com/office/drawing/2014/main" id="{19952134-A654-45FB-B8FC-881083F2F54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1FFA8AF-DEEE-40BD-AD5F-88E832969DE2}"/>
              </a:ext>
            </a:extLst>
          </p:cNvPr>
          <p:cNvSpPr>
            <a:spLocks noGrp="1"/>
          </p:cNvSpPr>
          <p:nvPr>
            <p:ph type="sldNum" sz="quarter" idx="12"/>
          </p:nvPr>
        </p:nvSpPr>
        <p:spPr/>
        <p:txBody>
          <a:bodyPr/>
          <a:lstStyle/>
          <a:p>
            <a:fld id="{E33655DB-4BFC-4C7A-9FD4-B77B884E5F8E}" type="slidenum">
              <a:rPr lang="fr-FR" smtClean="0"/>
              <a:t>‹N°›</a:t>
            </a:fld>
            <a:endParaRPr lang="fr-FR"/>
          </a:p>
        </p:txBody>
      </p:sp>
    </p:spTree>
    <p:extLst>
      <p:ext uri="{BB962C8B-B14F-4D97-AF65-F5344CB8AC3E}">
        <p14:creationId xmlns:p14="http://schemas.microsoft.com/office/powerpoint/2010/main" val="3407642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AF73D3-A15A-48FC-B264-3F7115C4493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56EC9F0B-16BB-483F-9B02-CAD61CEEA1A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F6C2EEA-23B9-4166-89A5-202DAF2187FF}"/>
              </a:ext>
            </a:extLst>
          </p:cNvPr>
          <p:cNvSpPr>
            <a:spLocks noGrp="1"/>
          </p:cNvSpPr>
          <p:nvPr>
            <p:ph type="dt" sz="half" idx="10"/>
          </p:nvPr>
        </p:nvSpPr>
        <p:spPr/>
        <p:txBody>
          <a:bodyPr/>
          <a:lstStyle/>
          <a:p>
            <a:fld id="{02FC089B-C846-4D59-99A0-73A366334896}" type="datetimeFigureOut">
              <a:rPr lang="fr-FR" smtClean="0"/>
              <a:t>23/05/2026</a:t>
            </a:fld>
            <a:endParaRPr lang="fr-FR"/>
          </a:p>
        </p:txBody>
      </p:sp>
      <p:sp>
        <p:nvSpPr>
          <p:cNvPr id="5" name="Espace réservé du pied de page 4">
            <a:extLst>
              <a:ext uri="{FF2B5EF4-FFF2-40B4-BE49-F238E27FC236}">
                <a16:creationId xmlns:a16="http://schemas.microsoft.com/office/drawing/2014/main" id="{3E576260-48F9-4A3C-9666-3B10F241C87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2475A2E-081C-4E08-81F9-C3645D20E3D1}"/>
              </a:ext>
            </a:extLst>
          </p:cNvPr>
          <p:cNvSpPr>
            <a:spLocks noGrp="1"/>
          </p:cNvSpPr>
          <p:nvPr>
            <p:ph type="sldNum" sz="quarter" idx="12"/>
          </p:nvPr>
        </p:nvSpPr>
        <p:spPr/>
        <p:txBody>
          <a:bodyPr/>
          <a:lstStyle/>
          <a:p>
            <a:fld id="{E33655DB-4BFC-4C7A-9FD4-B77B884E5F8E}" type="slidenum">
              <a:rPr lang="fr-FR" smtClean="0"/>
              <a:t>‹N°›</a:t>
            </a:fld>
            <a:endParaRPr lang="fr-FR"/>
          </a:p>
        </p:txBody>
      </p:sp>
    </p:spTree>
    <p:extLst>
      <p:ext uri="{BB962C8B-B14F-4D97-AF65-F5344CB8AC3E}">
        <p14:creationId xmlns:p14="http://schemas.microsoft.com/office/powerpoint/2010/main" val="77744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251518-E472-4F4F-8291-4A8A08A3AA8E}"/>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54CE19A5-372A-41DE-8A19-A5A3AC65FE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09C725A-96FC-4139-8F92-6BEEA63FF7BC}"/>
              </a:ext>
            </a:extLst>
          </p:cNvPr>
          <p:cNvSpPr>
            <a:spLocks noGrp="1"/>
          </p:cNvSpPr>
          <p:nvPr>
            <p:ph type="dt" sz="half" idx="10"/>
          </p:nvPr>
        </p:nvSpPr>
        <p:spPr/>
        <p:txBody>
          <a:bodyPr/>
          <a:lstStyle/>
          <a:p>
            <a:fld id="{02FC089B-C846-4D59-99A0-73A366334896}" type="datetimeFigureOut">
              <a:rPr lang="fr-FR" smtClean="0"/>
              <a:t>23/05/2026</a:t>
            </a:fld>
            <a:endParaRPr lang="fr-FR"/>
          </a:p>
        </p:txBody>
      </p:sp>
      <p:sp>
        <p:nvSpPr>
          <p:cNvPr id="5" name="Espace réservé du pied de page 4">
            <a:extLst>
              <a:ext uri="{FF2B5EF4-FFF2-40B4-BE49-F238E27FC236}">
                <a16:creationId xmlns:a16="http://schemas.microsoft.com/office/drawing/2014/main" id="{1D832A10-3413-44C0-ABE9-B18E0453AB0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E256A5C-0D28-49A9-8704-61D5887D69AC}"/>
              </a:ext>
            </a:extLst>
          </p:cNvPr>
          <p:cNvSpPr>
            <a:spLocks noGrp="1"/>
          </p:cNvSpPr>
          <p:nvPr>
            <p:ph type="sldNum" sz="quarter" idx="12"/>
          </p:nvPr>
        </p:nvSpPr>
        <p:spPr/>
        <p:txBody>
          <a:bodyPr/>
          <a:lstStyle/>
          <a:p>
            <a:fld id="{E33655DB-4BFC-4C7A-9FD4-B77B884E5F8E}" type="slidenum">
              <a:rPr lang="fr-FR" smtClean="0"/>
              <a:t>‹N°›</a:t>
            </a:fld>
            <a:endParaRPr lang="fr-FR"/>
          </a:p>
        </p:txBody>
      </p:sp>
    </p:spTree>
    <p:extLst>
      <p:ext uri="{BB962C8B-B14F-4D97-AF65-F5344CB8AC3E}">
        <p14:creationId xmlns:p14="http://schemas.microsoft.com/office/powerpoint/2010/main" val="2714029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7C4F0E-F969-4D9A-B6ED-CB8FAAE4E1C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5FCDA8E-3C38-4EA6-A1F4-551219D44867}"/>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A926925A-55B8-46C0-933F-1134553A907F}"/>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A2010D0A-1A2D-4D39-8392-BB70BBBE4EE3}"/>
              </a:ext>
            </a:extLst>
          </p:cNvPr>
          <p:cNvSpPr>
            <a:spLocks noGrp="1"/>
          </p:cNvSpPr>
          <p:nvPr>
            <p:ph type="dt" sz="half" idx="10"/>
          </p:nvPr>
        </p:nvSpPr>
        <p:spPr/>
        <p:txBody>
          <a:bodyPr/>
          <a:lstStyle/>
          <a:p>
            <a:fld id="{02FC089B-C846-4D59-99A0-73A366334896}" type="datetimeFigureOut">
              <a:rPr lang="fr-FR" smtClean="0"/>
              <a:t>23/05/2026</a:t>
            </a:fld>
            <a:endParaRPr lang="fr-FR"/>
          </a:p>
        </p:txBody>
      </p:sp>
      <p:sp>
        <p:nvSpPr>
          <p:cNvPr id="6" name="Espace réservé du pied de page 5">
            <a:extLst>
              <a:ext uri="{FF2B5EF4-FFF2-40B4-BE49-F238E27FC236}">
                <a16:creationId xmlns:a16="http://schemas.microsoft.com/office/drawing/2014/main" id="{CDCC66C4-8B32-4156-80D6-90D590D6FA8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EA74A93-3E7F-4B3F-9DAB-7569FFB11013}"/>
              </a:ext>
            </a:extLst>
          </p:cNvPr>
          <p:cNvSpPr>
            <a:spLocks noGrp="1"/>
          </p:cNvSpPr>
          <p:nvPr>
            <p:ph type="sldNum" sz="quarter" idx="12"/>
          </p:nvPr>
        </p:nvSpPr>
        <p:spPr/>
        <p:txBody>
          <a:bodyPr/>
          <a:lstStyle/>
          <a:p>
            <a:fld id="{E33655DB-4BFC-4C7A-9FD4-B77B884E5F8E}" type="slidenum">
              <a:rPr lang="fr-FR" smtClean="0"/>
              <a:t>‹N°›</a:t>
            </a:fld>
            <a:endParaRPr lang="fr-FR"/>
          </a:p>
        </p:txBody>
      </p:sp>
    </p:spTree>
    <p:extLst>
      <p:ext uri="{BB962C8B-B14F-4D97-AF65-F5344CB8AC3E}">
        <p14:creationId xmlns:p14="http://schemas.microsoft.com/office/powerpoint/2010/main" val="1411277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F27754-2F02-4434-972A-93ECCBE7885C}"/>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F62B509-9686-4311-8C84-773F7F48B3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DCDCEF5-0807-4C57-BF51-3788C5FDC259}"/>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9C946DA1-78F7-4213-9DA7-FC6108941D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2D645C0-1358-4223-A5A4-B730C9347675}"/>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BF5F38E3-06A1-4B50-B34B-91D30C28BEB6}"/>
              </a:ext>
            </a:extLst>
          </p:cNvPr>
          <p:cNvSpPr>
            <a:spLocks noGrp="1"/>
          </p:cNvSpPr>
          <p:nvPr>
            <p:ph type="dt" sz="half" idx="10"/>
          </p:nvPr>
        </p:nvSpPr>
        <p:spPr/>
        <p:txBody>
          <a:bodyPr/>
          <a:lstStyle/>
          <a:p>
            <a:fld id="{02FC089B-C846-4D59-99A0-73A366334896}" type="datetimeFigureOut">
              <a:rPr lang="fr-FR" smtClean="0"/>
              <a:t>23/05/2026</a:t>
            </a:fld>
            <a:endParaRPr lang="fr-FR"/>
          </a:p>
        </p:txBody>
      </p:sp>
      <p:sp>
        <p:nvSpPr>
          <p:cNvPr id="8" name="Espace réservé du pied de page 7">
            <a:extLst>
              <a:ext uri="{FF2B5EF4-FFF2-40B4-BE49-F238E27FC236}">
                <a16:creationId xmlns:a16="http://schemas.microsoft.com/office/drawing/2014/main" id="{FB78EFC5-A321-46B0-810D-71752C65CE36}"/>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158CFB78-A338-4B3A-9698-19BD40B8E712}"/>
              </a:ext>
            </a:extLst>
          </p:cNvPr>
          <p:cNvSpPr>
            <a:spLocks noGrp="1"/>
          </p:cNvSpPr>
          <p:nvPr>
            <p:ph type="sldNum" sz="quarter" idx="12"/>
          </p:nvPr>
        </p:nvSpPr>
        <p:spPr/>
        <p:txBody>
          <a:bodyPr/>
          <a:lstStyle/>
          <a:p>
            <a:fld id="{E33655DB-4BFC-4C7A-9FD4-B77B884E5F8E}" type="slidenum">
              <a:rPr lang="fr-FR" smtClean="0"/>
              <a:t>‹N°›</a:t>
            </a:fld>
            <a:endParaRPr lang="fr-FR"/>
          </a:p>
        </p:txBody>
      </p:sp>
    </p:spTree>
    <p:extLst>
      <p:ext uri="{BB962C8B-B14F-4D97-AF65-F5344CB8AC3E}">
        <p14:creationId xmlns:p14="http://schemas.microsoft.com/office/powerpoint/2010/main" val="4158240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3380FC-4267-42C9-994C-A973FC62BD57}"/>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F98C15BF-73A0-40CE-8A69-5627BC4796A5}"/>
              </a:ext>
            </a:extLst>
          </p:cNvPr>
          <p:cNvSpPr>
            <a:spLocks noGrp="1"/>
          </p:cNvSpPr>
          <p:nvPr>
            <p:ph type="dt" sz="half" idx="10"/>
          </p:nvPr>
        </p:nvSpPr>
        <p:spPr/>
        <p:txBody>
          <a:bodyPr/>
          <a:lstStyle/>
          <a:p>
            <a:fld id="{02FC089B-C846-4D59-99A0-73A366334896}" type="datetimeFigureOut">
              <a:rPr lang="fr-FR" smtClean="0"/>
              <a:t>23/05/2026</a:t>
            </a:fld>
            <a:endParaRPr lang="fr-FR"/>
          </a:p>
        </p:txBody>
      </p:sp>
      <p:sp>
        <p:nvSpPr>
          <p:cNvPr id="4" name="Espace réservé du pied de page 3">
            <a:extLst>
              <a:ext uri="{FF2B5EF4-FFF2-40B4-BE49-F238E27FC236}">
                <a16:creationId xmlns:a16="http://schemas.microsoft.com/office/drawing/2014/main" id="{7D876908-9278-4022-B82C-A0B75E012040}"/>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331C28C8-AC64-4203-8A09-6C8BBFB9F93F}"/>
              </a:ext>
            </a:extLst>
          </p:cNvPr>
          <p:cNvSpPr>
            <a:spLocks noGrp="1"/>
          </p:cNvSpPr>
          <p:nvPr>
            <p:ph type="sldNum" sz="quarter" idx="12"/>
          </p:nvPr>
        </p:nvSpPr>
        <p:spPr/>
        <p:txBody>
          <a:bodyPr/>
          <a:lstStyle/>
          <a:p>
            <a:fld id="{E33655DB-4BFC-4C7A-9FD4-B77B884E5F8E}" type="slidenum">
              <a:rPr lang="fr-FR" smtClean="0"/>
              <a:t>‹N°›</a:t>
            </a:fld>
            <a:endParaRPr lang="fr-FR"/>
          </a:p>
        </p:txBody>
      </p:sp>
    </p:spTree>
    <p:extLst>
      <p:ext uri="{BB962C8B-B14F-4D97-AF65-F5344CB8AC3E}">
        <p14:creationId xmlns:p14="http://schemas.microsoft.com/office/powerpoint/2010/main" val="816237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5724EDE-2074-4FC5-8592-5F562AA10AFA}"/>
              </a:ext>
            </a:extLst>
          </p:cNvPr>
          <p:cNvSpPr>
            <a:spLocks noGrp="1"/>
          </p:cNvSpPr>
          <p:nvPr>
            <p:ph type="dt" sz="half" idx="10"/>
          </p:nvPr>
        </p:nvSpPr>
        <p:spPr/>
        <p:txBody>
          <a:bodyPr/>
          <a:lstStyle/>
          <a:p>
            <a:fld id="{02FC089B-C846-4D59-99A0-73A366334896}" type="datetimeFigureOut">
              <a:rPr lang="fr-FR" smtClean="0"/>
              <a:t>23/05/2026</a:t>
            </a:fld>
            <a:endParaRPr lang="fr-FR"/>
          </a:p>
        </p:txBody>
      </p:sp>
      <p:sp>
        <p:nvSpPr>
          <p:cNvPr id="3" name="Espace réservé du pied de page 2">
            <a:extLst>
              <a:ext uri="{FF2B5EF4-FFF2-40B4-BE49-F238E27FC236}">
                <a16:creationId xmlns:a16="http://schemas.microsoft.com/office/drawing/2014/main" id="{29BD5E4C-895F-4566-9A0B-B11790CD902D}"/>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65E5D43-CFDD-47C7-86CB-43A3B15EEAEE}"/>
              </a:ext>
            </a:extLst>
          </p:cNvPr>
          <p:cNvSpPr>
            <a:spLocks noGrp="1"/>
          </p:cNvSpPr>
          <p:nvPr>
            <p:ph type="sldNum" sz="quarter" idx="12"/>
          </p:nvPr>
        </p:nvSpPr>
        <p:spPr/>
        <p:txBody>
          <a:bodyPr/>
          <a:lstStyle/>
          <a:p>
            <a:fld id="{E33655DB-4BFC-4C7A-9FD4-B77B884E5F8E}" type="slidenum">
              <a:rPr lang="fr-FR" smtClean="0"/>
              <a:t>‹N°›</a:t>
            </a:fld>
            <a:endParaRPr lang="fr-FR"/>
          </a:p>
        </p:txBody>
      </p:sp>
    </p:spTree>
    <p:extLst>
      <p:ext uri="{BB962C8B-B14F-4D97-AF65-F5344CB8AC3E}">
        <p14:creationId xmlns:p14="http://schemas.microsoft.com/office/powerpoint/2010/main" val="4119045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FDE350-07C9-4F2E-B20E-17158FB13C1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69CFB62D-24BD-493F-B4D6-221E4719B0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C4EA3237-8785-4FE3-B150-DAEB9CC73A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6BF436E-45F8-48F4-A601-23EE36CA5F7F}"/>
              </a:ext>
            </a:extLst>
          </p:cNvPr>
          <p:cNvSpPr>
            <a:spLocks noGrp="1"/>
          </p:cNvSpPr>
          <p:nvPr>
            <p:ph type="dt" sz="half" idx="10"/>
          </p:nvPr>
        </p:nvSpPr>
        <p:spPr/>
        <p:txBody>
          <a:bodyPr/>
          <a:lstStyle/>
          <a:p>
            <a:fld id="{02FC089B-C846-4D59-99A0-73A366334896}" type="datetimeFigureOut">
              <a:rPr lang="fr-FR" smtClean="0"/>
              <a:t>23/05/2026</a:t>
            </a:fld>
            <a:endParaRPr lang="fr-FR"/>
          </a:p>
        </p:txBody>
      </p:sp>
      <p:sp>
        <p:nvSpPr>
          <p:cNvPr id="6" name="Espace réservé du pied de page 5">
            <a:extLst>
              <a:ext uri="{FF2B5EF4-FFF2-40B4-BE49-F238E27FC236}">
                <a16:creationId xmlns:a16="http://schemas.microsoft.com/office/drawing/2014/main" id="{C911C49F-665D-4711-8D03-26C3789A703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926E7D1-C941-42C8-A254-0800AA31A54E}"/>
              </a:ext>
            </a:extLst>
          </p:cNvPr>
          <p:cNvSpPr>
            <a:spLocks noGrp="1"/>
          </p:cNvSpPr>
          <p:nvPr>
            <p:ph type="sldNum" sz="quarter" idx="12"/>
          </p:nvPr>
        </p:nvSpPr>
        <p:spPr/>
        <p:txBody>
          <a:bodyPr/>
          <a:lstStyle/>
          <a:p>
            <a:fld id="{E33655DB-4BFC-4C7A-9FD4-B77B884E5F8E}" type="slidenum">
              <a:rPr lang="fr-FR" smtClean="0"/>
              <a:t>‹N°›</a:t>
            </a:fld>
            <a:endParaRPr lang="fr-FR"/>
          </a:p>
        </p:txBody>
      </p:sp>
    </p:spTree>
    <p:extLst>
      <p:ext uri="{BB962C8B-B14F-4D97-AF65-F5344CB8AC3E}">
        <p14:creationId xmlns:p14="http://schemas.microsoft.com/office/powerpoint/2010/main" val="2309942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953DF1-18BC-407E-9E80-6EFC38D134F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7CA9DB00-E772-480E-96CE-53A0C90C9F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C14DC31-4AB4-4394-96E8-AE03D5531D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0969B6C-062F-4DDE-A39C-A97EA2B34145}"/>
              </a:ext>
            </a:extLst>
          </p:cNvPr>
          <p:cNvSpPr>
            <a:spLocks noGrp="1"/>
          </p:cNvSpPr>
          <p:nvPr>
            <p:ph type="dt" sz="half" idx="10"/>
          </p:nvPr>
        </p:nvSpPr>
        <p:spPr/>
        <p:txBody>
          <a:bodyPr/>
          <a:lstStyle/>
          <a:p>
            <a:fld id="{02FC089B-C846-4D59-99A0-73A366334896}" type="datetimeFigureOut">
              <a:rPr lang="fr-FR" smtClean="0"/>
              <a:t>23/05/2026</a:t>
            </a:fld>
            <a:endParaRPr lang="fr-FR"/>
          </a:p>
        </p:txBody>
      </p:sp>
      <p:sp>
        <p:nvSpPr>
          <p:cNvPr id="6" name="Espace réservé du pied de page 5">
            <a:extLst>
              <a:ext uri="{FF2B5EF4-FFF2-40B4-BE49-F238E27FC236}">
                <a16:creationId xmlns:a16="http://schemas.microsoft.com/office/drawing/2014/main" id="{102F0B04-2B63-4D4D-AB29-696F1D14311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8537C90-BF24-4FEA-AEC7-C3174A55FCB1}"/>
              </a:ext>
            </a:extLst>
          </p:cNvPr>
          <p:cNvSpPr>
            <a:spLocks noGrp="1"/>
          </p:cNvSpPr>
          <p:nvPr>
            <p:ph type="sldNum" sz="quarter" idx="12"/>
          </p:nvPr>
        </p:nvSpPr>
        <p:spPr/>
        <p:txBody>
          <a:bodyPr/>
          <a:lstStyle/>
          <a:p>
            <a:fld id="{E33655DB-4BFC-4C7A-9FD4-B77B884E5F8E}" type="slidenum">
              <a:rPr lang="fr-FR" smtClean="0"/>
              <a:t>‹N°›</a:t>
            </a:fld>
            <a:endParaRPr lang="fr-FR"/>
          </a:p>
        </p:txBody>
      </p:sp>
    </p:spTree>
    <p:extLst>
      <p:ext uri="{BB962C8B-B14F-4D97-AF65-F5344CB8AC3E}">
        <p14:creationId xmlns:p14="http://schemas.microsoft.com/office/powerpoint/2010/main" val="3737556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B92955-5086-4D41-870D-1A51796CFF28}"/>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1A42812B-EEAF-49E1-896E-D7A1427C7A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BB0A82C-4ADC-46B7-BDFF-BBC62EF03FBF}"/>
              </a:ext>
            </a:extLst>
          </p:cNvPr>
          <p:cNvSpPr>
            <a:spLocks noGrp="1"/>
          </p:cNvSpPr>
          <p:nvPr>
            <p:ph type="dt" sz="half" idx="10"/>
          </p:nvPr>
        </p:nvSpPr>
        <p:spPr/>
        <p:txBody>
          <a:bodyPr/>
          <a:lstStyle/>
          <a:p>
            <a:fld id="{02FC089B-C846-4D59-99A0-73A366334896}" type="datetimeFigureOut">
              <a:rPr lang="fr-FR" smtClean="0"/>
              <a:t>23/05/2026</a:t>
            </a:fld>
            <a:endParaRPr lang="fr-FR"/>
          </a:p>
        </p:txBody>
      </p:sp>
      <p:sp>
        <p:nvSpPr>
          <p:cNvPr id="5" name="Espace réservé du pied de page 4">
            <a:extLst>
              <a:ext uri="{FF2B5EF4-FFF2-40B4-BE49-F238E27FC236}">
                <a16:creationId xmlns:a16="http://schemas.microsoft.com/office/drawing/2014/main" id="{48231BF9-188F-4DF1-8A29-0A40FD61A15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D7D9BC0-F4CC-414A-8559-BE641A27F183}"/>
              </a:ext>
            </a:extLst>
          </p:cNvPr>
          <p:cNvSpPr>
            <a:spLocks noGrp="1"/>
          </p:cNvSpPr>
          <p:nvPr>
            <p:ph type="sldNum" sz="quarter" idx="12"/>
          </p:nvPr>
        </p:nvSpPr>
        <p:spPr/>
        <p:txBody>
          <a:bodyPr/>
          <a:lstStyle/>
          <a:p>
            <a:fld id="{E33655DB-4BFC-4C7A-9FD4-B77B884E5F8E}" type="slidenum">
              <a:rPr lang="fr-FR" smtClean="0"/>
              <a:t>‹N°›</a:t>
            </a:fld>
            <a:endParaRPr lang="fr-FR"/>
          </a:p>
        </p:txBody>
      </p:sp>
    </p:spTree>
    <p:extLst>
      <p:ext uri="{BB962C8B-B14F-4D97-AF65-F5344CB8AC3E}">
        <p14:creationId xmlns:p14="http://schemas.microsoft.com/office/powerpoint/2010/main" val="950285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5FA60F1-8ACB-46C7-9550-2A559624F216}"/>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4030BD6-88EF-4973-81E0-8E3BDB4A19AA}"/>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53A7589-AC72-4C4E-9EEB-ECD8D1473597}"/>
              </a:ext>
            </a:extLst>
          </p:cNvPr>
          <p:cNvSpPr>
            <a:spLocks noGrp="1"/>
          </p:cNvSpPr>
          <p:nvPr>
            <p:ph type="dt" sz="half" idx="10"/>
          </p:nvPr>
        </p:nvSpPr>
        <p:spPr/>
        <p:txBody>
          <a:bodyPr/>
          <a:lstStyle/>
          <a:p>
            <a:fld id="{02FC089B-C846-4D59-99A0-73A366334896}" type="datetimeFigureOut">
              <a:rPr lang="fr-FR" smtClean="0"/>
              <a:t>23/05/2026</a:t>
            </a:fld>
            <a:endParaRPr lang="fr-FR"/>
          </a:p>
        </p:txBody>
      </p:sp>
      <p:sp>
        <p:nvSpPr>
          <p:cNvPr id="5" name="Espace réservé du pied de page 4">
            <a:extLst>
              <a:ext uri="{FF2B5EF4-FFF2-40B4-BE49-F238E27FC236}">
                <a16:creationId xmlns:a16="http://schemas.microsoft.com/office/drawing/2014/main" id="{F1C127EC-586A-4AC9-A89A-6268A09E6D6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06BF900-0F1E-487A-AF97-4C36C34BA9FA}"/>
              </a:ext>
            </a:extLst>
          </p:cNvPr>
          <p:cNvSpPr>
            <a:spLocks noGrp="1"/>
          </p:cNvSpPr>
          <p:nvPr>
            <p:ph type="sldNum" sz="quarter" idx="12"/>
          </p:nvPr>
        </p:nvSpPr>
        <p:spPr/>
        <p:txBody>
          <a:bodyPr/>
          <a:lstStyle/>
          <a:p>
            <a:fld id="{E33655DB-4BFC-4C7A-9FD4-B77B884E5F8E}" type="slidenum">
              <a:rPr lang="fr-FR" smtClean="0"/>
              <a:t>‹N°›</a:t>
            </a:fld>
            <a:endParaRPr lang="fr-FR"/>
          </a:p>
        </p:txBody>
      </p:sp>
    </p:spTree>
    <p:extLst>
      <p:ext uri="{BB962C8B-B14F-4D97-AF65-F5344CB8AC3E}">
        <p14:creationId xmlns:p14="http://schemas.microsoft.com/office/powerpoint/2010/main" val="312002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6929987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8782349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40495842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7240390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4630170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6632453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4261682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852982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5809015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9705758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359861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28D87D1-BAC9-4D4C-A86F-2FDF96B4D5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BE79B187-B7AE-439B-B7F8-B3A5CF1123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27443E7-8AC2-4B66-B7FF-3FD7E44FE2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FC089B-C846-4D59-99A0-73A366334896}" type="datetimeFigureOut">
              <a:rPr lang="fr-FR" smtClean="0"/>
              <a:t>23/05/2026</a:t>
            </a:fld>
            <a:endParaRPr lang="fr-FR"/>
          </a:p>
        </p:txBody>
      </p:sp>
      <p:sp>
        <p:nvSpPr>
          <p:cNvPr id="5" name="Espace réservé du pied de page 4">
            <a:extLst>
              <a:ext uri="{FF2B5EF4-FFF2-40B4-BE49-F238E27FC236}">
                <a16:creationId xmlns:a16="http://schemas.microsoft.com/office/drawing/2014/main" id="{804484F4-F3D7-4D67-919E-205017FD21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1B2CBD8A-7ED3-49D8-BC57-66C7F7ECE0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3655DB-4BFC-4C7A-9FD4-B77B884E5F8E}" type="slidenum">
              <a:rPr lang="fr-FR" smtClean="0"/>
              <a:t>‹N°›</a:t>
            </a:fld>
            <a:endParaRPr lang="fr-FR"/>
          </a:p>
        </p:txBody>
      </p:sp>
    </p:spTree>
    <p:extLst>
      <p:ext uri="{BB962C8B-B14F-4D97-AF65-F5344CB8AC3E}">
        <p14:creationId xmlns:p14="http://schemas.microsoft.com/office/powerpoint/2010/main" val="24016756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5/23/2026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‹N°›</a:t>
            </a:fld>
            <a:endParaRPr lang="en-US"/>
          </a:p>
        </p:txBody>
      </p:sp>
    </p:spTree>
    <p:extLst>
      <p:ext uri="{BB962C8B-B14F-4D97-AF65-F5344CB8AC3E}">
        <p14:creationId xmlns:p14="http://schemas.microsoft.com/office/powerpoint/2010/main" val="36760232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3" Type="http://schemas.openxmlformats.org/officeDocument/2006/relationships/image" Target="../media/image60.png"/><Relationship Id="rId18" Type="http://schemas.openxmlformats.org/officeDocument/2006/relationships/slide" Target="slide13.xml"/><Relationship Id="rId26" Type="http://schemas.openxmlformats.org/officeDocument/2006/relationships/image" Target="../media/image14.png"/><Relationship Id="rId39" Type="http://schemas.openxmlformats.org/officeDocument/2006/relationships/image" Target="../media/image2.svg"/><Relationship Id="rId3" Type="http://schemas.openxmlformats.org/officeDocument/2006/relationships/slide" Target="slide4.xml"/><Relationship Id="rId21" Type="http://schemas.openxmlformats.org/officeDocument/2006/relationships/slide" Target="slide14.xml"/><Relationship Id="rId34" Type="http://schemas.openxmlformats.org/officeDocument/2006/relationships/image" Target="../media/image130.png"/><Relationship Id="rId7" Type="http://schemas.openxmlformats.org/officeDocument/2006/relationships/image" Target="../media/image40.png"/><Relationship Id="rId12" Type="http://schemas.openxmlformats.org/officeDocument/2006/relationships/slide" Target="slide10.xml"/><Relationship Id="rId17" Type="http://schemas.openxmlformats.org/officeDocument/2006/relationships/image" Target="../media/image11.png"/><Relationship Id="rId25" Type="http://schemas.openxmlformats.org/officeDocument/2006/relationships/image" Target="../media/image100.png"/><Relationship Id="rId33" Type="http://schemas.openxmlformats.org/officeDocument/2006/relationships/slide" Target="slide5.xml"/><Relationship Id="rId38" Type="http://schemas.openxmlformats.org/officeDocument/2006/relationships/image" Target="../media/image1.png"/><Relationship Id="rId2" Type="http://schemas.openxmlformats.org/officeDocument/2006/relationships/image" Target="../media/image6.png"/><Relationship Id="rId16" Type="http://schemas.openxmlformats.org/officeDocument/2006/relationships/image" Target="../media/image70.png"/><Relationship Id="rId20" Type="http://schemas.openxmlformats.org/officeDocument/2006/relationships/image" Target="../media/image12.png"/><Relationship Id="rId29"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image" Target="../media/image9.png"/><Relationship Id="rId24" Type="http://schemas.openxmlformats.org/officeDocument/2006/relationships/slide" Target="slide15.xml"/><Relationship Id="rId37" Type="http://schemas.openxmlformats.org/officeDocument/2006/relationships/image" Target="../media/image140.png"/><Relationship Id="rId5" Type="http://schemas.openxmlformats.org/officeDocument/2006/relationships/image" Target="../media/image7.png"/><Relationship Id="rId15" Type="http://schemas.openxmlformats.org/officeDocument/2006/relationships/slide" Target="slide12.xml"/><Relationship Id="rId23" Type="http://schemas.openxmlformats.org/officeDocument/2006/relationships/image" Target="../media/image13.png"/><Relationship Id="rId28" Type="http://schemas.openxmlformats.org/officeDocument/2006/relationships/image" Target="../media/image110.png"/><Relationship Id="rId36" Type="http://schemas.openxmlformats.org/officeDocument/2006/relationships/slide" Target="slide7.xml"/><Relationship Id="rId10" Type="http://schemas.openxmlformats.org/officeDocument/2006/relationships/image" Target="../media/image50.png"/><Relationship Id="rId19" Type="http://schemas.openxmlformats.org/officeDocument/2006/relationships/image" Target="../media/image80.png"/><Relationship Id="rId4" Type="http://schemas.openxmlformats.org/officeDocument/2006/relationships/image" Target="../media/image31.png"/><Relationship Id="rId9" Type="http://schemas.openxmlformats.org/officeDocument/2006/relationships/slide" Target="slide9.xml"/><Relationship Id="rId14" Type="http://schemas.openxmlformats.org/officeDocument/2006/relationships/image" Target="../media/image10.png"/><Relationship Id="rId22" Type="http://schemas.openxmlformats.org/officeDocument/2006/relationships/image" Target="../media/image90.png"/><Relationship Id="rId27" Type="http://schemas.openxmlformats.org/officeDocument/2006/relationships/slide" Target="slide16.xml"/><Relationship Id="rId35" Type="http://schemas.openxmlformats.org/officeDocument/2006/relationships/image" Target="../media/image16.png"/><Relationship Id="rId8"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13" Type="http://schemas.openxmlformats.org/officeDocument/2006/relationships/image" Target="../media/image60.png"/><Relationship Id="rId18" Type="http://schemas.openxmlformats.org/officeDocument/2006/relationships/slide" Target="slide13.xml"/><Relationship Id="rId26" Type="http://schemas.openxmlformats.org/officeDocument/2006/relationships/image" Target="../media/image14.png"/><Relationship Id="rId39" Type="http://schemas.openxmlformats.org/officeDocument/2006/relationships/image" Target="../media/image2.svg"/><Relationship Id="rId21" Type="http://schemas.openxmlformats.org/officeDocument/2006/relationships/slide" Target="slide14.xml"/><Relationship Id="rId34" Type="http://schemas.openxmlformats.org/officeDocument/2006/relationships/image" Target="../media/image130.png"/><Relationship Id="rId7" Type="http://schemas.openxmlformats.org/officeDocument/2006/relationships/image" Target="../media/image40.png"/><Relationship Id="rId12" Type="http://schemas.openxmlformats.org/officeDocument/2006/relationships/slide" Target="slide10.xml"/><Relationship Id="rId17" Type="http://schemas.openxmlformats.org/officeDocument/2006/relationships/image" Target="../media/image11.png"/><Relationship Id="rId25" Type="http://schemas.openxmlformats.org/officeDocument/2006/relationships/image" Target="../media/image100.png"/><Relationship Id="rId33" Type="http://schemas.openxmlformats.org/officeDocument/2006/relationships/slide" Target="slide5.xml"/><Relationship Id="rId38" Type="http://schemas.openxmlformats.org/officeDocument/2006/relationships/image" Target="../media/image1.png"/><Relationship Id="rId2" Type="http://schemas.openxmlformats.org/officeDocument/2006/relationships/image" Target="../media/image6.png"/><Relationship Id="rId16" Type="http://schemas.openxmlformats.org/officeDocument/2006/relationships/image" Target="../media/image70.png"/><Relationship Id="rId20" Type="http://schemas.openxmlformats.org/officeDocument/2006/relationships/image" Target="../media/image12.png"/><Relationship Id="rId29"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image" Target="../media/image9.png"/><Relationship Id="rId24" Type="http://schemas.openxmlformats.org/officeDocument/2006/relationships/slide" Target="slide15.xml"/><Relationship Id="rId32" Type="http://schemas.openxmlformats.org/officeDocument/2006/relationships/image" Target="../media/image15.png"/><Relationship Id="rId37" Type="http://schemas.openxmlformats.org/officeDocument/2006/relationships/image" Target="../media/image140.png"/><Relationship Id="rId5" Type="http://schemas.openxmlformats.org/officeDocument/2006/relationships/image" Target="../media/image7.png"/><Relationship Id="rId15" Type="http://schemas.openxmlformats.org/officeDocument/2006/relationships/slide" Target="slide12.xml"/><Relationship Id="rId23" Type="http://schemas.openxmlformats.org/officeDocument/2006/relationships/image" Target="../media/image13.png"/><Relationship Id="rId28" Type="http://schemas.openxmlformats.org/officeDocument/2006/relationships/image" Target="../media/image110.png"/><Relationship Id="rId36" Type="http://schemas.openxmlformats.org/officeDocument/2006/relationships/slide" Target="slide7.xml"/><Relationship Id="rId10" Type="http://schemas.openxmlformats.org/officeDocument/2006/relationships/image" Target="../media/image50.png"/><Relationship Id="rId19" Type="http://schemas.openxmlformats.org/officeDocument/2006/relationships/image" Target="../media/image80.png"/><Relationship Id="rId31" Type="http://schemas.openxmlformats.org/officeDocument/2006/relationships/image" Target="../media/image120.png"/><Relationship Id="rId4" Type="http://schemas.openxmlformats.org/officeDocument/2006/relationships/image" Target="../media/image31.png"/><Relationship Id="rId9" Type="http://schemas.openxmlformats.org/officeDocument/2006/relationships/slide" Target="slide9.xml"/><Relationship Id="rId14" Type="http://schemas.openxmlformats.org/officeDocument/2006/relationships/image" Target="../media/image10.png"/><Relationship Id="rId22" Type="http://schemas.openxmlformats.org/officeDocument/2006/relationships/image" Target="../media/image90.png"/><Relationship Id="rId27" Type="http://schemas.openxmlformats.org/officeDocument/2006/relationships/slide" Target="slide16.xml"/><Relationship Id="rId30" Type="http://schemas.openxmlformats.org/officeDocument/2006/relationships/slide" Target="slide23.xml"/><Relationship Id="rId35" Type="http://schemas.openxmlformats.org/officeDocument/2006/relationships/image" Target="../media/image16.png"/><Relationship Id="rId8" Type="http://schemas.openxmlformats.org/officeDocument/2006/relationships/image" Target="../media/image8.png"/><Relationship Id="rId3" Type="http://schemas.openxmlformats.org/officeDocument/2006/relationships/slide" Target="slide4.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chart" Target="../charts/chart1.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chart" Target="../charts/chart2.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3.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7A8B30-7EFD-497B-BC34-45D2105E8BB1}"/>
              </a:ext>
            </a:extLst>
          </p:cNvPr>
          <p:cNvSpPr>
            <a:spLocks noGrp="1"/>
          </p:cNvSpPr>
          <p:nvPr>
            <p:ph type="ctrTitle"/>
          </p:nvPr>
        </p:nvSpPr>
        <p:spPr/>
        <p:txBody>
          <a:bodyPr/>
          <a:lstStyle/>
          <a:p>
            <a:endParaRPr lang="fr-FR"/>
          </a:p>
        </p:txBody>
      </p:sp>
      <p:sp>
        <p:nvSpPr>
          <p:cNvPr id="3" name="Sous-titre 2">
            <a:extLst>
              <a:ext uri="{FF2B5EF4-FFF2-40B4-BE49-F238E27FC236}">
                <a16:creationId xmlns:a16="http://schemas.microsoft.com/office/drawing/2014/main" id="{A7E49D00-FC58-47C2-BDA0-F99EBE10BC4E}"/>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1150292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70000"/>
        </a:solidFill>
        <a:effectLst/>
      </p:bgPr>
    </p:bg>
    <p:spTree>
      <p:nvGrpSpPr>
        <p:cNvPr id="1" name=""/>
        <p:cNvGrpSpPr/>
        <p:nvPr/>
      </p:nvGrpSpPr>
      <p:grpSpPr>
        <a:xfrm>
          <a:off x="0" y="0"/>
          <a:ext cx="0" cy="0"/>
          <a:chOff x="0" y="0"/>
          <a:chExt cx="0" cy="0"/>
        </a:xfrm>
      </p:grpSpPr>
      <p:sp>
        <p:nvSpPr>
          <p:cNvPr id="2" name="Freeform 2"/>
          <p:cNvSpPr/>
          <p:nvPr/>
        </p:nvSpPr>
        <p:spPr>
          <a:xfrm>
            <a:off x="10475423" y="244266"/>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44266" y="244266"/>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a:off x="10475423" y="5141423"/>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rot="-10800000">
            <a:off x="244266" y="5141423"/>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AutoShape 6"/>
          <p:cNvSpPr/>
          <p:nvPr/>
        </p:nvSpPr>
        <p:spPr>
          <a:xfrm>
            <a:off x="2212236" y="6496259"/>
            <a:ext cx="7767529" cy="0"/>
          </a:xfrm>
          <a:prstGeom prst="line">
            <a:avLst/>
          </a:prstGeom>
          <a:ln w="28575" cap="flat">
            <a:solidFill>
              <a:srgbClr val="DDB974"/>
            </a:solidFill>
            <a:prstDash val="solid"/>
            <a:headEnd type="none" w="sm" len="sm"/>
            <a:tailEnd type="none" w="sm" len="sm"/>
          </a:ln>
        </p:spPr>
      </p:sp>
      <p:sp>
        <p:nvSpPr>
          <p:cNvPr id="7" name="AutoShape 7"/>
          <p:cNvSpPr/>
          <p:nvPr/>
        </p:nvSpPr>
        <p:spPr>
          <a:xfrm>
            <a:off x="2212236" y="361741"/>
            <a:ext cx="7767529" cy="0"/>
          </a:xfrm>
          <a:prstGeom prst="line">
            <a:avLst/>
          </a:prstGeom>
          <a:ln w="28575" cap="flat">
            <a:solidFill>
              <a:srgbClr val="DDB974"/>
            </a:solidFill>
            <a:prstDash val="solid"/>
            <a:headEnd type="none" w="sm" len="sm"/>
            <a:tailEnd type="none" w="sm" len="sm"/>
          </a:ln>
        </p:spPr>
      </p:sp>
      <p:sp>
        <p:nvSpPr>
          <p:cNvPr id="8" name="Freeform 8"/>
          <p:cNvSpPr/>
          <p:nvPr/>
        </p:nvSpPr>
        <p:spPr>
          <a:xfrm>
            <a:off x="1300952" y="2555446"/>
            <a:ext cx="987893" cy="1973415"/>
          </a:xfrm>
          <a:custGeom>
            <a:avLst/>
            <a:gdLst/>
            <a:ahLst/>
            <a:cxnLst/>
            <a:rect l="l" t="t" r="r" b="b"/>
            <a:pathLst>
              <a:path w="1481840" h="2960122">
                <a:moveTo>
                  <a:pt x="0" y="0"/>
                </a:moveTo>
                <a:lnTo>
                  <a:pt x="1481840" y="0"/>
                </a:lnTo>
                <a:lnTo>
                  <a:pt x="1481840" y="2960122"/>
                </a:lnTo>
                <a:lnTo>
                  <a:pt x="0" y="2960122"/>
                </a:lnTo>
                <a:lnTo>
                  <a:pt x="0" y="0"/>
                </a:lnTo>
                <a:close/>
              </a:path>
            </a:pathLst>
          </a:custGeom>
          <a:blipFill>
            <a:blip r:embed="rId4">
              <a:extLst>
                <a:ext uri="{96DAC541-7B7A-43D3-8B79-37D633B846F1}">
                  <asvg:svgBlip xmlns:asvg="http://schemas.microsoft.com/office/drawing/2016/SVG/main" r:embed="rId5"/>
                </a:ext>
              </a:extLst>
            </a:blip>
            <a:stretch>
              <a:fillRect r="-182845"/>
            </a:stretch>
          </a:blipFill>
        </p:spPr>
      </p:sp>
      <p:sp>
        <p:nvSpPr>
          <p:cNvPr id="9" name="Freeform 9"/>
          <p:cNvSpPr/>
          <p:nvPr/>
        </p:nvSpPr>
        <p:spPr>
          <a:xfrm flipH="1">
            <a:off x="9903156" y="2555446"/>
            <a:ext cx="987893" cy="1973415"/>
          </a:xfrm>
          <a:custGeom>
            <a:avLst/>
            <a:gdLst/>
            <a:ahLst/>
            <a:cxnLst/>
            <a:rect l="l" t="t" r="r" b="b"/>
            <a:pathLst>
              <a:path w="1481840" h="2960122">
                <a:moveTo>
                  <a:pt x="1481840" y="0"/>
                </a:moveTo>
                <a:lnTo>
                  <a:pt x="0" y="0"/>
                </a:lnTo>
                <a:lnTo>
                  <a:pt x="0" y="2960122"/>
                </a:lnTo>
                <a:lnTo>
                  <a:pt x="1481840" y="2960122"/>
                </a:lnTo>
                <a:lnTo>
                  <a:pt x="1481840" y="0"/>
                </a:lnTo>
                <a:close/>
              </a:path>
            </a:pathLst>
          </a:custGeom>
          <a:blipFill>
            <a:blip r:embed="rId4">
              <a:extLst>
                <a:ext uri="{96DAC541-7B7A-43D3-8B79-37D633B846F1}">
                  <asvg:svgBlip xmlns:asvg="http://schemas.microsoft.com/office/drawing/2016/SVG/main" r:embed="rId5"/>
                </a:ext>
              </a:extLst>
            </a:blip>
            <a:stretch>
              <a:fillRect r="-182845"/>
            </a:stretch>
          </a:blipFill>
        </p:spPr>
      </p:sp>
      <p:grpSp>
        <p:nvGrpSpPr>
          <p:cNvPr id="10" name="Group 10"/>
          <p:cNvGrpSpPr/>
          <p:nvPr/>
        </p:nvGrpSpPr>
        <p:grpSpPr>
          <a:xfrm>
            <a:off x="5525911" y="5319893"/>
            <a:ext cx="827813" cy="349977"/>
            <a:chOff x="0" y="0"/>
            <a:chExt cx="1655627" cy="699955"/>
          </a:xfrm>
        </p:grpSpPr>
        <p:grpSp>
          <p:nvGrpSpPr>
            <p:cNvPr id="11" name="Group 11"/>
            <p:cNvGrpSpPr/>
            <p:nvPr/>
          </p:nvGrpSpPr>
          <p:grpSpPr>
            <a:xfrm>
              <a:off x="460624" y="0"/>
              <a:ext cx="734379" cy="699955"/>
              <a:chOff x="0" y="0"/>
              <a:chExt cx="812800" cy="774700"/>
            </a:xfrm>
          </p:grpSpPr>
          <p:sp>
            <p:nvSpPr>
              <p:cNvPr id="12" name="Freeform 12"/>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13" name="TextBox 13"/>
              <p:cNvSpPr txBox="1"/>
              <p:nvPr/>
            </p:nvSpPr>
            <p:spPr>
              <a:xfrm>
                <a:off x="228600" y="228600"/>
                <a:ext cx="355600" cy="381000"/>
              </a:xfrm>
              <a:prstGeom prst="rect">
                <a:avLst/>
              </a:prstGeom>
            </p:spPr>
            <p:txBody>
              <a:bodyPr lIns="27455" tIns="27455" rIns="27455" bIns="27455" rtlCol="0" anchor="ctr"/>
              <a:lstStyle/>
              <a:p>
                <a:pPr algn="ctr" defTabSz="609630">
                  <a:lnSpc>
                    <a:spcPts val="1773"/>
                  </a:lnSpc>
                </a:pPr>
                <a:endParaRPr sz="1200">
                  <a:solidFill>
                    <a:prstClr val="black"/>
                  </a:solidFill>
                  <a:latin typeface="Calibri"/>
                </a:endParaRPr>
              </a:p>
            </p:txBody>
          </p:sp>
        </p:grpSp>
        <p:grpSp>
          <p:nvGrpSpPr>
            <p:cNvPr id="14" name="Group 14"/>
            <p:cNvGrpSpPr/>
            <p:nvPr/>
          </p:nvGrpSpPr>
          <p:grpSpPr>
            <a:xfrm>
              <a:off x="1195003" y="260923"/>
              <a:ext cx="460624" cy="439032"/>
              <a:chOff x="0" y="0"/>
              <a:chExt cx="812800" cy="774700"/>
            </a:xfrm>
          </p:grpSpPr>
          <p:sp>
            <p:nvSpPr>
              <p:cNvPr id="15" name="Freeform 15"/>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16" name="TextBox 16"/>
              <p:cNvSpPr txBox="1"/>
              <p:nvPr/>
            </p:nvSpPr>
            <p:spPr>
              <a:xfrm>
                <a:off x="228600" y="228600"/>
                <a:ext cx="355600" cy="381000"/>
              </a:xfrm>
              <a:prstGeom prst="rect">
                <a:avLst/>
              </a:prstGeom>
            </p:spPr>
            <p:txBody>
              <a:bodyPr lIns="27455" tIns="27455" rIns="27455" bIns="27455" rtlCol="0" anchor="ctr"/>
              <a:lstStyle/>
              <a:p>
                <a:pPr algn="ctr" defTabSz="609630">
                  <a:lnSpc>
                    <a:spcPts val="1773"/>
                  </a:lnSpc>
                </a:pPr>
                <a:endParaRPr sz="1200">
                  <a:solidFill>
                    <a:prstClr val="black"/>
                  </a:solidFill>
                  <a:latin typeface="Calibri"/>
                </a:endParaRPr>
              </a:p>
            </p:txBody>
          </p:sp>
        </p:grpSp>
        <p:grpSp>
          <p:nvGrpSpPr>
            <p:cNvPr id="17" name="Group 17"/>
            <p:cNvGrpSpPr/>
            <p:nvPr/>
          </p:nvGrpSpPr>
          <p:grpSpPr>
            <a:xfrm>
              <a:off x="0" y="260923"/>
              <a:ext cx="460624" cy="439032"/>
              <a:chOff x="0" y="0"/>
              <a:chExt cx="812800" cy="774700"/>
            </a:xfrm>
          </p:grpSpPr>
          <p:sp>
            <p:nvSpPr>
              <p:cNvPr id="18" name="Freeform 18"/>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19" name="TextBox 19"/>
              <p:cNvSpPr txBox="1"/>
              <p:nvPr/>
            </p:nvSpPr>
            <p:spPr>
              <a:xfrm>
                <a:off x="228600" y="228600"/>
                <a:ext cx="355600" cy="381000"/>
              </a:xfrm>
              <a:prstGeom prst="rect">
                <a:avLst/>
              </a:prstGeom>
            </p:spPr>
            <p:txBody>
              <a:bodyPr lIns="27455" tIns="27455" rIns="27455" bIns="27455" rtlCol="0" anchor="ctr"/>
              <a:lstStyle/>
              <a:p>
                <a:pPr algn="ctr" defTabSz="609630">
                  <a:lnSpc>
                    <a:spcPts val="1773"/>
                  </a:lnSpc>
                </a:pPr>
                <a:endParaRPr sz="1200">
                  <a:solidFill>
                    <a:prstClr val="black"/>
                  </a:solidFill>
                  <a:latin typeface="Calibri"/>
                </a:endParaRPr>
              </a:p>
            </p:txBody>
          </p:sp>
        </p:grpSp>
      </p:grpSp>
      <p:sp>
        <p:nvSpPr>
          <p:cNvPr id="42" name="TextBox 9">
            <a:extLst>
              <a:ext uri="{FF2B5EF4-FFF2-40B4-BE49-F238E27FC236}">
                <a16:creationId xmlns:a16="http://schemas.microsoft.com/office/drawing/2014/main" id="{B2F89E04-139A-45FD-98AB-F29D64A5EC4F}"/>
              </a:ext>
            </a:extLst>
          </p:cNvPr>
          <p:cNvSpPr txBox="1"/>
          <p:nvPr/>
        </p:nvSpPr>
        <p:spPr>
          <a:xfrm>
            <a:off x="2201263" y="2479284"/>
            <a:ext cx="7670800" cy="1945341"/>
          </a:xfrm>
          <a:prstGeom prst="rect">
            <a:avLst/>
          </a:prstGeom>
        </p:spPr>
        <p:txBody>
          <a:bodyPr wrap="square" lIns="0" tIns="0" rIns="0" bIns="0" rtlCol="0" anchor="t">
            <a:spAutoFit/>
          </a:bodyPr>
          <a:lstStyle/>
          <a:p>
            <a:pPr algn="ctr" defTabSz="609630">
              <a:lnSpc>
                <a:spcPct val="150000"/>
              </a:lnSpc>
            </a:pPr>
            <a:r>
              <a:rPr lang="fr-FR" sz="3600" dirty="0">
                <a:solidFill>
                  <a:srgbClr val="DDB974"/>
                </a:solidFill>
                <a:latin typeface="Monotype Corsiva" panose="03010101010201010101" pitchFamily="66" charset="0"/>
                <a:ea typeface="Avenir"/>
                <a:cs typeface="Times New Roman" panose="02020603050405020304" pitchFamily="18" charset="0"/>
                <a:sym typeface="Avenir"/>
              </a:rPr>
              <a:t>ANALYSE COMPLETE DU DATASET MOVIES</a:t>
            </a:r>
          </a:p>
          <a:p>
            <a:pPr algn="ctr" defTabSz="609630">
              <a:lnSpc>
                <a:spcPts val="2239"/>
              </a:lnSpc>
            </a:pPr>
            <a:r>
              <a:rPr lang="fr-FR" sz="1866" dirty="0">
                <a:solidFill>
                  <a:srgbClr val="DDB974"/>
                </a:solidFill>
                <a:latin typeface="Monotype Corsiva" panose="03010101010201010101" pitchFamily="66" charset="0"/>
                <a:ea typeface="Avenir"/>
                <a:cs typeface="Times New Roman" panose="02020603050405020304" pitchFamily="18" charset="0"/>
                <a:sym typeface="Avenir"/>
              </a:rPr>
              <a:t>Une étude multidimensionnelle de 7 668 films (1980–2020)</a:t>
            </a:r>
          </a:p>
        </p:txBody>
      </p:sp>
      <p:cxnSp>
        <p:nvCxnSpPr>
          <p:cNvPr id="43" name="Connecteur droit 42">
            <a:extLst>
              <a:ext uri="{FF2B5EF4-FFF2-40B4-BE49-F238E27FC236}">
                <a16:creationId xmlns:a16="http://schemas.microsoft.com/office/drawing/2014/main" id="{8036173B-B122-4A15-844A-6F3250615036}"/>
              </a:ext>
            </a:extLst>
          </p:cNvPr>
          <p:cNvCxnSpPr>
            <a:cxnSpLocks/>
          </p:cNvCxnSpPr>
          <p:nvPr/>
        </p:nvCxnSpPr>
        <p:spPr>
          <a:xfrm>
            <a:off x="1879600" y="2263703"/>
            <a:ext cx="8280400" cy="1"/>
          </a:xfrm>
          <a:prstGeom prst="line">
            <a:avLst/>
          </a:prstGeom>
          <a:ln w="76200">
            <a:solidFill>
              <a:srgbClr val="DDB974"/>
            </a:solidFill>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7FBC9670-9566-45E8-B683-E103124DD75A}"/>
              </a:ext>
            </a:extLst>
          </p:cNvPr>
          <p:cNvCxnSpPr>
            <a:cxnSpLocks/>
          </p:cNvCxnSpPr>
          <p:nvPr/>
        </p:nvCxnSpPr>
        <p:spPr>
          <a:xfrm>
            <a:off x="1879600" y="4789313"/>
            <a:ext cx="8280400" cy="1"/>
          </a:xfrm>
          <a:prstGeom prst="line">
            <a:avLst/>
          </a:prstGeom>
          <a:ln w="76200">
            <a:solidFill>
              <a:srgbClr val="DDB974"/>
            </a:solidFill>
          </a:ln>
        </p:spPr>
        <p:style>
          <a:lnRef idx="1">
            <a:schemeClr val="accent1"/>
          </a:lnRef>
          <a:fillRef idx="0">
            <a:schemeClr val="accent1"/>
          </a:fillRef>
          <a:effectRef idx="0">
            <a:schemeClr val="accent1"/>
          </a:effectRef>
          <a:fontRef idx="minor">
            <a:schemeClr val="tx1"/>
          </a:fontRef>
        </p:style>
      </p:cxnSp>
      <p:sp>
        <p:nvSpPr>
          <p:cNvPr id="48" name="TextBox 9">
            <a:extLst>
              <a:ext uri="{FF2B5EF4-FFF2-40B4-BE49-F238E27FC236}">
                <a16:creationId xmlns:a16="http://schemas.microsoft.com/office/drawing/2014/main" id="{C7703614-4253-430B-9CA9-570AC143C64F}"/>
              </a:ext>
            </a:extLst>
          </p:cNvPr>
          <p:cNvSpPr txBox="1"/>
          <p:nvPr/>
        </p:nvSpPr>
        <p:spPr>
          <a:xfrm>
            <a:off x="752924" y="5353736"/>
            <a:ext cx="3768277" cy="1107996"/>
          </a:xfrm>
          <a:prstGeom prst="rect">
            <a:avLst/>
          </a:prstGeom>
        </p:spPr>
        <p:txBody>
          <a:bodyPr wrap="square" lIns="0" tIns="0" rIns="0" bIns="0" rtlCol="0" anchor="t">
            <a:spAutoFit/>
          </a:bodyPr>
          <a:lstStyle/>
          <a:p>
            <a:pPr algn="ctr" defTabSz="609630"/>
            <a:r>
              <a:rPr lang="fr-FR" sz="2400" b="1" u="sng" dirty="0">
                <a:solidFill>
                  <a:srgbClr val="DDB974"/>
                </a:solidFill>
                <a:latin typeface="Monotype Corsiva" panose="03010101010201010101" pitchFamily="66" charset="0"/>
                <a:ea typeface="Avenir"/>
                <a:cs typeface="Avenir"/>
                <a:sym typeface="Avenir"/>
              </a:rPr>
              <a:t>Présenté par :</a:t>
            </a:r>
          </a:p>
          <a:p>
            <a:pPr algn="ctr" defTabSz="609630"/>
            <a:r>
              <a:rPr lang="fr-FR" sz="2400" dirty="0">
                <a:solidFill>
                  <a:srgbClr val="DDB974"/>
                </a:solidFill>
                <a:latin typeface="Monotype Corsiva" panose="03010101010201010101" pitchFamily="66" charset="0"/>
                <a:ea typeface="Avenir"/>
                <a:cs typeface="Avenir"/>
                <a:sym typeface="Avenir"/>
              </a:rPr>
              <a:t>Ahmed Bechir WEDHAN</a:t>
            </a:r>
          </a:p>
          <a:p>
            <a:pPr algn="ctr" defTabSz="609630"/>
            <a:r>
              <a:rPr lang="fr-FR" sz="2400" dirty="0">
                <a:solidFill>
                  <a:srgbClr val="DDB974"/>
                </a:solidFill>
                <a:latin typeface="Monotype Corsiva" panose="03010101010201010101" pitchFamily="66" charset="0"/>
                <a:ea typeface="Avenir"/>
                <a:cs typeface="Avenir"/>
                <a:sym typeface="Avenir"/>
              </a:rPr>
              <a:t>C34639</a:t>
            </a:r>
          </a:p>
        </p:txBody>
      </p:sp>
      <p:sp>
        <p:nvSpPr>
          <p:cNvPr id="50" name="TextBox 9">
            <a:extLst>
              <a:ext uri="{FF2B5EF4-FFF2-40B4-BE49-F238E27FC236}">
                <a16:creationId xmlns:a16="http://schemas.microsoft.com/office/drawing/2014/main" id="{1B096DC5-D1CA-495B-91BD-DA5FB53B7F9E}"/>
              </a:ext>
            </a:extLst>
          </p:cNvPr>
          <p:cNvSpPr txBox="1"/>
          <p:nvPr/>
        </p:nvSpPr>
        <p:spPr>
          <a:xfrm>
            <a:off x="7204524" y="5371449"/>
            <a:ext cx="3768277" cy="738664"/>
          </a:xfrm>
          <a:prstGeom prst="rect">
            <a:avLst/>
          </a:prstGeom>
        </p:spPr>
        <p:txBody>
          <a:bodyPr wrap="square" lIns="0" tIns="0" rIns="0" bIns="0" rtlCol="0" anchor="t">
            <a:spAutoFit/>
          </a:bodyPr>
          <a:lstStyle/>
          <a:p>
            <a:pPr algn="ctr" defTabSz="609630"/>
            <a:r>
              <a:rPr lang="fr-FR" sz="2400" b="1" u="sng" dirty="0">
                <a:solidFill>
                  <a:srgbClr val="DDB974"/>
                </a:solidFill>
                <a:latin typeface="Monotype Corsiva" panose="03010101010201010101" pitchFamily="66" charset="0"/>
                <a:ea typeface="Avenir"/>
                <a:cs typeface="Avenir"/>
                <a:sym typeface="Avenir"/>
              </a:rPr>
              <a:t>Encadré par :</a:t>
            </a:r>
          </a:p>
          <a:p>
            <a:pPr algn="ctr" defTabSz="609630"/>
            <a:r>
              <a:rPr lang="fr-FR" sz="2400" b="1" dirty="0">
                <a:solidFill>
                  <a:srgbClr val="DDB974"/>
                </a:solidFill>
                <a:latin typeface="Monotype Corsiva" panose="03010101010201010101" pitchFamily="66" charset="0"/>
                <a:ea typeface="Avenir"/>
                <a:cs typeface="Avenir"/>
                <a:sym typeface="Avenir"/>
              </a:rPr>
              <a:t>DR : </a:t>
            </a:r>
            <a:r>
              <a:rPr lang="fr-FR" sz="2400" b="1" dirty="0" err="1">
                <a:solidFill>
                  <a:srgbClr val="DDB974"/>
                </a:solidFill>
                <a:latin typeface="Monotype Corsiva" panose="03010101010201010101" pitchFamily="66" charset="0"/>
                <a:ea typeface="Avenir"/>
                <a:cs typeface="Avenir"/>
                <a:sym typeface="Avenir"/>
              </a:rPr>
              <a:t>Lemrabett</a:t>
            </a:r>
            <a:r>
              <a:rPr lang="fr-FR" sz="2400" b="1" dirty="0">
                <a:solidFill>
                  <a:srgbClr val="DDB974"/>
                </a:solidFill>
                <a:latin typeface="Monotype Corsiva" panose="03010101010201010101" pitchFamily="66" charset="0"/>
                <a:ea typeface="Avenir"/>
                <a:cs typeface="Avenir"/>
                <a:sym typeface="Avenir"/>
              </a:rPr>
              <a:t> </a:t>
            </a:r>
            <a:r>
              <a:rPr lang="fr-FR" sz="2400" b="1" dirty="0" err="1">
                <a:solidFill>
                  <a:srgbClr val="DDB974"/>
                </a:solidFill>
                <a:latin typeface="Monotype Corsiva" panose="03010101010201010101" pitchFamily="66" charset="0"/>
                <a:ea typeface="Avenir"/>
                <a:cs typeface="Avenir"/>
                <a:sym typeface="Avenir"/>
              </a:rPr>
              <a:t>Mahy</a:t>
            </a:r>
            <a:endParaRPr lang="fr-FR" sz="2400" b="1" dirty="0">
              <a:solidFill>
                <a:srgbClr val="DDB974"/>
              </a:solidFill>
              <a:latin typeface="Monotype Corsiva" panose="03010101010201010101" pitchFamily="66" charset="0"/>
              <a:ea typeface="Avenir"/>
              <a:cs typeface="Avenir"/>
              <a:sym typeface="Avenir"/>
            </a:endParaRPr>
          </a:p>
        </p:txBody>
      </p:sp>
      <p:sp>
        <p:nvSpPr>
          <p:cNvPr id="51" name="TextBox 9">
            <a:extLst>
              <a:ext uri="{FF2B5EF4-FFF2-40B4-BE49-F238E27FC236}">
                <a16:creationId xmlns:a16="http://schemas.microsoft.com/office/drawing/2014/main" id="{A1E249D7-F95F-4A95-8A24-4894C0C82EE5}"/>
              </a:ext>
            </a:extLst>
          </p:cNvPr>
          <p:cNvSpPr txBox="1"/>
          <p:nvPr/>
        </p:nvSpPr>
        <p:spPr>
          <a:xfrm>
            <a:off x="4066968" y="1692857"/>
            <a:ext cx="3768277" cy="492443"/>
          </a:xfrm>
          <a:prstGeom prst="rect">
            <a:avLst/>
          </a:prstGeom>
        </p:spPr>
        <p:txBody>
          <a:bodyPr wrap="square" lIns="0" tIns="0" rIns="0" bIns="0" rtlCol="0" anchor="t">
            <a:spAutoFit/>
          </a:bodyPr>
          <a:lstStyle/>
          <a:p>
            <a:pPr algn="ctr" defTabSz="609630"/>
            <a:r>
              <a:rPr lang="fr-FR" sz="3200" b="1" dirty="0">
                <a:solidFill>
                  <a:srgbClr val="DDB974"/>
                </a:solidFill>
                <a:latin typeface="Monotype Corsiva" panose="03010101010201010101" pitchFamily="66" charset="0"/>
                <a:ea typeface="Avenir"/>
                <a:cs typeface="Avenir"/>
                <a:sym typeface="Avenir"/>
              </a:rPr>
              <a:t>projet R </a:t>
            </a:r>
            <a:r>
              <a:rPr lang="fr-FR" sz="3200" b="1" u="sng" dirty="0">
                <a:solidFill>
                  <a:srgbClr val="DDB974"/>
                </a:solidFill>
                <a:latin typeface="Monotype Corsiva" panose="03010101010201010101" pitchFamily="66" charset="0"/>
                <a:ea typeface="Avenir"/>
                <a:cs typeface="Avenir"/>
                <a:sym typeface="Avenir"/>
              </a:rPr>
              <a:t>: </a:t>
            </a:r>
          </a:p>
        </p:txBody>
      </p:sp>
      <p:pic>
        <p:nvPicPr>
          <p:cNvPr id="52" name="Image 51">
            <a:extLst>
              <a:ext uri="{FF2B5EF4-FFF2-40B4-BE49-F238E27FC236}">
                <a16:creationId xmlns:a16="http://schemas.microsoft.com/office/drawing/2014/main" id="{9C686438-038F-438B-8E02-AE947787DE22}"/>
              </a:ext>
            </a:extLst>
          </p:cNvPr>
          <p:cNvPicPr/>
          <p:nvPr/>
        </p:nvPicPr>
        <p:blipFill>
          <a:blip r:embed="rId6">
            <a:extLst>
              <a:ext uri="{BEBA8EAE-BF5A-486C-A8C5-ECC9F3942E4B}">
                <a14:imgProps xmlns:a14="http://schemas.microsoft.com/office/drawing/2010/main">
                  <a14:imgLayer r:embed="rId7">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5304994" y="1018811"/>
            <a:ext cx="1109002" cy="718325"/>
          </a:xfrm>
          <a:prstGeom prst="rect">
            <a:avLst/>
          </a:prstGeom>
          <a:noFill/>
          <a:ln>
            <a:noFill/>
          </a:ln>
          <a:effectLst>
            <a:outerShdw blurRad="292100" dist="139700" dir="2700000" algn="tl" rotWithShape="0">
              <a:srgbClr val="333333">
                <a:alpha val="65000"/>
              </a:srgbClr>
            </a:outerShdw>
          </a:effectLst>
        </p:spPr>
      </p:pic>
      <p:sp>
        <p:nvSpPr>
          <p:cNvPr id="28" name="TextBox 9">
            <a:extLst>
              <a:ext uri="{FF2B5EF4-FFF2-40B4-BE49-F238E27FC236}">
                <a16:creationId xmlns:a16="http://schemas.microsoft.com/office/drawing/2014/main" id="{33EAF3C5-65CC-4AB1-B883-CC8EA0C06D90}"/>
              </a:ext>
            </a:extLst>
          </p:cNvPr>
          <p:cNvSpPr txBox="1"/>
          <p:nvPr/>
        </p:nvSpPr>
        <p:spPr>
          <a:xfrm>
            <a:off x="2675606" y="348242"/>
            <a:ext cx="6163594" cy="738664"/>
          </a:xfrm>
          <a:prstGeom prst="rect">
            <a:avLst/>
          </a:prstGeom>
        </p:spPr>
        <p:txBody>
          <a:bodyPr wrap="square" lIns="0" tIns="0" rIns="0" bIns="0" rtlCol="0" anchor="t">
            <a:spAutoFit/>
          </a:bodyPr>
          <a:lstStyle/>
          <a:p>
            <a:pPr algn="ctr" defTabSz="609630"/>
            <a:r>
              <a:rPr lang="fr-FR" sz="2400" b="1" dirty="0">
                <a:solidFill>
                  <a:srgbClr val="DDB974"/>
                </a:solidFill>
                <a:latin typeface="Monotype Corsiva" panose="03010101010201010101" pitchFamily="66" charset="0"/>
                <a:ea typeface="Avenir"/>
                <a:cs typeface="Avenir"/>
                <a:sym typeface="Avenir"/>
              </a:rPr>
              <a:t>Département de Math – Info </a:t>
            </a:r>
          </a:p>
          <a:p>
            <a:pPr algn="ctr" defTabSz="609630"/>
            <a:r>
              <a:rPr lang="fr-FR" sz="2400" b="1" dirty="0">
                <a:solidFill>
                  <a:srgbClr val="DDB974"/>
                </a:solidFill>
                <a:latin typeface="Monotype Corsiva" panose="03010101010201010101" pitchFamily="66" charset="0"/>
                <a:ea typeface="Avenir"/>
                <a:cs typeface="Avenir"/>
                <a:sym typeface="Avenir"/>
              </a:rPr>
              <a:t>FST</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70000"/>
        </a:solidFill>
        <a:effectLst/>
      </p:bgPr>
    </p:bg>
    <p:spTree>
      <p:nvGrpSpPr>
        <p:cNvPr id="1" name=""/>
        <p:cNvGrpSpPr/>
        <p:nvPr/>
      </p:nvGrpSpPr>
      <p:grpSpPr>
        <a:xfrm>
          <a:off x="0" y="0"/>
          <a:ext cx="0" cy="0"/>
          <a:chOff x="0" y="0"/>
          <a:chExt cx="0" cy="0"/>
        </a:xfrm>
      </p:grpSpPr>
      <p:sp>
        <p:nvSpPr>
          <p:cNvPr id="4" name="TextBox 4"/>
          <p:cNvSpPr txBox="1"/>
          <p:nvPr/>
        </p:nvSpPr>
        <p:spPr>
          <a:xfrm>
            <a:off x="5471568" y="760244"/>
            <a:ext cx="5874233" cy="807913"/>
          </a:xfrm>
          <a:prstGeom prst="rect">
            <a:avLst/>
          </a:prstGeom>
        </p:spPr>
        <p:txBody>
          <a:bodyPr wrap="square" lIns="0" tIns="0" rIns="0" bIns="0" rtlCol="0" anchor="t">
            <a:spAutoFit/>
          </a:bodyPr>
          <a:lstStyle/>
          <a:p>
            <a:pPr>
              <a:lnSpc>
                <a:spcPts val="6320"/>
              </a:lnSpc>
              <a:spcBef>
                <a:spcPct val="0"/>
              </a:spcBef>
            </a:pPr>
            <a:r>
              <a:rPr lang="en-US" sz="5267" dirty="0">
                <a:solidFill>
                  <a:srgbClr val="DDB974"/>
                </a:solidFill>
                <a:latin typeface="Monotype Corsiva" panose="03010101010201010101" pitchFamily="66" charset="0"/>
                <a:cs typeface="Times New Roman" panose="02020603050405020304" pitchFamily="18" charset="0"/>
              </a:rPr>
              <a:t>Plan</a:t>
            </a:r>
            <a:r>
              <a:rPr lang="en-US" sz="5267" dirty="0">
                <a:solidFill>
                  <a:srgbClr val="DDB974"/>
                </a:solidFill>
                <a:latin typeface="Monotype Corsiva" panose="03010101010201010101" pitchFamily="66" charset="0"/>
              </a:rPr>
              <a:t> </a:t>
            </a:r>
          </a:p>
        </p:txBody>
      </p:sp>
      <p:sp>
        <p:nvSpPr>
          <p:cNvPr id="5" name="AutoShape 5"/>
          <p:cNvSpPr/>
          <p:nvPr/>
        </p:nvSpPr>
        <p:spPr>
          <a:xfrm>
            <a:off x="1506018" y="132642"/>
            <a:ext cx="9116341" cy="0"/>
          </a:xfrm>
          <a:prstGeom prst="line">
            <a:avLst/>
          </a:prstGeom>
          <a:ln w="38100" cap="flat">
            <a:solidFill>
              <a:srgbClr val="DDB974"/>
            </a:solidFill>
            <a:prstDash val="solid"/>
            <a:headEnd type="none" w="sm" len="sm"/>
            <a:tailEnd type="none" w="sm" len="sm"/>
          </a:ln>
        </p:spPr>
      </p:sp>
      <mc:AlternateContent xmlns:mc="http://schemas.openxmlformats.org/markup-compatibility/2006" xmlns:pslz="http://schemas.microsoft.com/office/powerpoint/2016/slidezoom">
        <mc:Choice Requires="pslz">
          <p:graphicFrame>
            <p:nvGraphicFramePr>
              <p:cNvPr id="59" name="Slide Zoom 58">
                <a:extLst>
                  <a:ext uri="{FF2B5EF4-FFF2-40B4-BE49-F238E27FC236}">
                    <a16:creationId xmlns:a16="http://schemas.microsoft.com/office/drawing/2014/main" id="{C1837747-62CC-434E-9B2F-B7AB96A8FC52}"/>
                  </a:ext>
                </a:extLst>
              </p:cNvPr>
              <p:cNvGraphicFramePr>
                <a:graphicFrameLocks noChangeAspect="1"/>
              </p:cNvGraphicFramePr>
              <p:nvPr/>
            </p:nvGraphicFramePr>
            <p:xfrm>
              <a:off x="347370" y="1466320"/>
              <a:ext cx="1873405" cy="1053790"/>
            </p:xfrm>
            <a:graphic>
              <a:graphicData uri="http://schemas.microsoft.com/office/powerpoint/2016/slidezoom">
                <pslz:sldZm>
                  <pslz:sldZmObj sldId="268" cId="1843272937">
                    <pslz:zmPr id="{70A8D333-1D4D-4C2F-A974-5D59642B8DF8}" returnToParent="0" transitionDur="1000">
                      <p166:blipFill xmlns:p166="http://schemas.microsoft.com/office/powerpoint/2016/6/main">
                        <a:blip r:embed="rId2"/>
                        <a:stretch>
                          <a:fillRect/>
                        </a:stretch>
                      </p166:blipFill>
                      <p166:spPr xmlns:p166="http://schemas.microsoft.com/office/powerpoint/2016/6/main">
                        <a:xfrm>
                          <a:off x="0" y="0"/>
                          <a:ext cx="1873405" cy="1053790"/>
                        </a:xfrm>
                        <a:prstGeom prst="rect">
                          <a:avLst/>
                        </a:prstGeom>
                        <a:ln w="3175">
                          <a:solidFill>
                            <a:prstClr val="ltGray"/>
                          </a:solidFill>
                        </a:ln>
                      </p166:spPr>
                    </pslz:zmPr>
                  </pslz:sldZmObj>
                </pslz:sldZm>
              </a:graphicData>
            </a:graphic>
          </p:graphicFrame>
        </mc:Choice>
        <mc:Fallback xmlns="">
          <p:pic>
            <p:nvPicPr>
              <p:cNvPr id="59" name="Slide Zoom 58">
                <a:hlinkClick r:id="rId3" action="ppaction://hlinksldjump"/>
                <a:extLst>
                  <a:ext uri="{FF2B5EF4-FFF2-40B4-BE49-F238E27FC236}">
                    <a16:creationId xmlns:a16="http://schemas.microsoft.com/office/drawing/2014/main" id="{C1837747-62CC-434E-9B2F-B7AB96A8FC52}"/>
                  </a:ext>
                </a:extLst>
              </p:cNvPr>
              <p:cNvPicPr>
                <a:picLocks noGrp="1" noRot="1" noChangeAspect="1" noMove="1" noResize="1" noEditPoints="1" noAdjustHandles="1" noChangeArrowheads="1" noChangeShapeType="1"/>
              </p:cNvPicPr>
              <p:nvPr/>
            </p:nvPicPr>
            <p:blipFill>
              <a:blip r:embed="rId4"/>
              <a:stretch>
                <a:fillRect/>
              </a:stretch>
            </p:blipFill>
            <p:spPr>
              <a:xfrm>
                <a:off x="347370" y="1466320"/>
                <a:ext cx="1873405" cy="105379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7" name="Slide Zoom 66">
                <a:extLst>
                  <a:ext uri="{FF2B5EF4-FFF2-40B4-BE49-F238E27FC236}">
                    <a16:creationId xmlns:a16="http://schemas.microsoft.com/office/drawing/2014/main" id="{5933AC81-7B02-4B76-9237-E6CC528C105C}"/>
                  </a:ext>
                </a:extLst>
              </p:cNvPr>
              <p:cNvGraphicFramePr>
                <a:graphicFrameLocks noChangeAspect="1"/>
              </p:cNvGraphicFramePr>
              <p:nvPr/>
            </p:nvGraphicFramePr>
            <p:xfrm>
              <a:off x="198666" y="4651436"/>
              <a:ext cx="1778171" cy="1053790"/>
            </p:xfrm>
            <a:graphic>
              <a:graphicData uri="http://schemas.microsoft.com/office/powerpoint/2016/slidezoom">
                <pslz:sldZm>
                  <pslz:sldZmObj sldId="274" cId="3633662806">
                    <pslz:zmPr id="{B2DD4CDB-3591-444E-A13F-B084C1994C1D}" returnToParent="0" transitionDur="1000">
                      <p166:blipFill xmlns:p166="http://schemas.microsoft.com/office/powerpoint/2016/6/main">
                        <a:blip r:embed="rId5"/>
                        <a:stretch>
                          <a:fillRect/>
                        </a:stretch>
                      </p166:blipFill>
                      <p166:spPr xmlns:p166="http://schemas.microsoft.com/office/powerpoint/2016/6/main">
                        <a:xfrm>
                          <a:off x="0" y="0"/>
                          <a:ext cx="1778171" cy="1053790"/>
                        </a:xfrm>
                        <a:prstGeom prst="rect">
                          <a:avLst/>
                        </a:prstGeom>
                        <a:ln w="3175">
                          <a:solidFill>
                            <a:prstClr val="ltGray"/>
                          </a:solidFill>
                        </a:ln>
                      </p166:spPr>
                    </pslz:zmPr>
                  </pslz:sldZmObj>
                </pslz:sldZm>
              </a:graphicData>
            </a:graphic>
          </p:graphicFrame>
        </mc:Choice>
        <mc:Fallback xmlns="">
          <p:pic>
            <p:nvPicPr>
              <p:cNvPr id="67" name="Slide Zoom 66">
                <a:hlinkClick r:id="rId6" action="ppaction://hlinksldjump"/>
                <a:extLst>
                  <a:ext uri="{FF2B5EF4-FFF2-40B4-BE49-F238E27FC236}">
                    <a16:creationId xmlns:a16="http://schemas.microsoft.com/office/drawing/2014/main" id="{5933AC81-7B02-4B76-9237-E6CC528C105C}"/>
                  </a:ext>
                </a:extLst>
              </p:cNvPr>
              <p:cNvPicPr>
                <a:picLocks noGrp="1" noRot="1" noChangeAspect="1" noMove="1" noResize="1" noEditPoints="1" noAdjustHandles="1" noChangeArrowheads="1" noChangeShapeType="1"/>
              </p:cNvPicPr>
              <p:nvPr/>
            </p:nvPicPr>
            <p:blipFill>
              <a:blip r:embed="rId7"/>
              <a:stretch>
                <a:fillRect/>
              </a:stretch>
            </p:blipFill>
            <p:spPr>
              <a:xfrm>
                <a:off x="198666" y="4651436"/>
                <a:ext cx="1778171" cy="105379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1" name="Slide Zoom 70">
                <a:extLst>
                  <a:ext uri="{FF2B5EF4-FFF2-40B4-BE49-F238E27FC236}">
                    <a16:creationId xmlns:a16="http://schemas.microsoft.com/office/drawing/2014/main" id="{AED4AC08-0C2D-4904-8BEE-59E89751FE9D}"/>
                  </a:ext>
                </a:extLst>
              </p:cNvPr>
              <p:cNvGraphicFramePr>
                <a:graphicFrameLocks noChangeAspect="1"/>
              </p:cNvGraphicFramePr>
              <p:nvPr/>
            </p:nvGraphicFramePr>
            <p:xfrm>
              <a:off x="8126620" y="1262044"/>
              <a:ext cx="1484165" cy="948624"/>
            </p:xfrm>
            <a:graphic>
              <a:graphicData uri="http://schemas.microsoft.com/office/powerpoint/2016/slidezoom">
                <pslz:sldZm>
                  <pslz:sldZmObj sldId="572" cId="3286344878">
                    <pslz:zmPr id="{B73CE48C-4476-4991-94EB-7FA8EB06BED7}" returnToParent="0" transitionDur="1000">
                      <p166:blipFill xmlns:p166="http://schemas.microsoft.com/office/powerpoint/2016/6/main">
                        <a:blip r:embed="rId8"/>
                        <a:stretch>
                          <a:fillRect/>
                        </a:stretch>
                      </p166:blipFill>
                      <p166:spPr xmlns:p166="http://schemas.microsoft.com/office/powerpoint/2016/6/main">
                        <a:xfrm>
                          <a:off x="0" y="0"/>
                          <a:ext cx="1484165" cy="948624"/>
                        </a:xfrm>
                        <a:prstGeom prst="rect">
                          <a:avLst/>
                        </a:prstGeom>
                        <a:ln w="3175">
                          <a:solidFill>
                            <a:prstClr val="ltGray"/>
                          </a:solidFill>
                        </a:ln>
                      </p166:spPr>
                    </pslz:zmPr>
                  </pslz:sldZmObj>
                </pslz:sldZm>
              </a:graphicData>
            </a:graphic>
          </p:graphicFrame>
        </mc:Choice>
        <mc:Fallback xmlns="">
          <p:pic>
            <p:nvPicPr>
              <p:cNvPr id="71" name="Slide Zoom 70">
                <a:hlinkClick r:id="rId9" action="ppaction://hlinksldjump"/>
                <a:extLst>
                  <a:ext uri="{FF2B5EF4-FFF2-40B4-BE49-F238E27FC236}">
                    <a16:creationId xmlns:a16="http://schemas.microsoft.com/office/drawing/2014/main" id="{AED4AC08-0C2D-4904-8BEE-59E89751FE9D}"/>
                  </a:ext>
                </a:extLst>
              </p:cNvPr>
              <p:cNvPicPr>
                <a:picLocks noGrp="1" noRot="1" noChangeAspect="1" noMove="1" noResize="1" noEditPoints="1" noAdjustHandles="1" noChangeArrowheads="1" noChangeShapeType="1"/>
              </p:cNvPicPr>
              <p:nvPr/>
            </p:nvPicPr>
            <p:blipFill>
              <a:blip r:embed="rId10"/>
              <a:stretch>
                <a:fillRect/>
              </a:stretch>
            </p:blipFill>
            <p:spPr>
              <a:xfrm>
                <a:off x="8126620" y="1262044"/>
                <a:ext cx="1484165" cy="94862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3" name="Slide Zoom 72">
                <a:extLst>
                  <a:ext uri="{FF2B5EF4-FFF2-40B4-BE49-F238E27FC236}">
                    <a16:creationId xmlns:a16="http://schemas.microsoft.com/office/drawing/2014/main" id="{8B97492A-C632-4A23-8440-13DF17CEE710}"/>
                  </a:ext>
                </a:extLst>
              </p:cNvPr>
              <p:cNvGraphicFramePr>
                <a:graphicFrameLocks noChangeAspect="1"/>
              </p:cNvGraphicFramePr>
              <p:nvPr/>
            </p:nvGraphicFramePr>
            <p:xfrm>
              <a:off x="9864817" y="1217672"/>
              <a:ext cx="1072923" cy="1302438"/>
            </p:xfrm>
            <a:graphic>
              <a:graphicData uri="http://schemas.microsoft.com/office/powerpoint/2016/slidezoom">
                <pslz:sldZm>
                  <pslz:sldZmObj sldId="574" cId="2200288077">
                    <pslz:zmPr id="{0F07EC58-2621-41C5-AC20-418CA21E4C87}" returnToParent="0" transitionDur="1000">
                      <p166:blipFill xmlns:p166="http://schemas.microsoft.com/office/powerpoint/2016/6/main">
                        <a:blip r:embed="rId11"/>
                        <a:stretch>
                          <a:fillRect/>
                        </a:stretch>
                      </p166:blipFill>
                      <p166:spPr xmlns:p166="http://schemas.microsoft.com/office/powerpoint/2016/6/main">
                        <a:xfrm>
                          <a:off x="0" y="0"/>
                          <a:ext cx="1072923" cy="1302438"/>
                        </a:xfrm>
                        <a:prstGeom prst="rect">
                          <a:avLst/>
                        </a:prstGeom>
                        <a:ln w="3175">
                          <a:solidFill>
                            <a:prstClr val="ltGray"/>
                          </a:solidFill>
                        </a:ln>
                      </p166:spPr>
                    </pslz:zmPr>
                  </pslz:sldZmObj>
                </pslz:sldZm>
              </a:graphicData>
            </a:graphic>
          </p:graphicFrame>
        </mc:Choice>
        <mc:Fallback xmlns="">
          <p:pic>
            <p:nvPicPr>
              <p:cNvPr id="73" name="Slide Zoom 72">
                <a:hlinkClick r:id="rId12" action="ppaction://hlinksldjump"/>
                <a:extLst>
                  <a:ext uri="{FF2B5EF4-FFF2-40B4-BE49-F238E27FC236}">
                    <a16:creationId xmlns:a16="http://schemas.microsoft.com/office/drawing/2014/main" id="{8B97492A-C632-4A23-8440-13DF17CEE710}"/>
                  </a:ext>
                </a:extLst>
              </p:cNvPr>
              <p:cNvPicPr>
                <a:picLocks noGrp="1" noRot="1" noChangeAspect="1" noMove="1" noResize="1" noEditPoints="1" noAdjustHandles="1" noChangeArrowheads="1" noChangeShapeType="1"/>
              </p:cNvPicPr>
              <p:nvPr/>
            </p:nvPicPr>
            <p:blipFill>
              <a:blip r:embed="rId13"/>
              <a:stretch>
                <a:fillRect/>
              </a:stretch>
            </p:blipFill>
            <p:spPr>
              <a:xfrm>
                <a:off x="9864817" y="1217672"/>
                <a:ext cx="1072923" cy="130243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5" name="Slide Zoom 74">
                <a:extLst>
                  <a:ext uri="{FF2B5EF4-FFF2-40B4-BE49-F238E27FC236}">
                    <a16:creationId xmlns:a16="http://schemas.microsoft.com/office/drawing/2014/main" id="{1834059F-0381-4862-B353-BBF01D7330C5}"/>
                  </a:ext>
                </a:extLst>
              </p:cNvPr>
              <p:cNvGraphicFramePr>
                <a:graphicFrameLocks noChangeAspect="1"/>
              </p:cNvGraphicFramePr>
              <p:nvPr/>
            </p:nvGraphicFramePr>
            <p:xfrm>
              <a:off x="8441692" y="2476481"/>
              <a:ext cx="1321861" cy="967759"/>
            </p:xfrm>
            <a:graphic>
              <a:graphicData uri="http://schemas.microsoft.com/office/powerpoint/2016/slidezoom">
                <pslz:sldZm>
                  <pslz:sldZmObj sldId="576" cId="2566259262">
                    <pslz:zmPr id="{81F35EE6-6350-417F-94A8-885E278E8271}" returnToParent="0" transitionDur="1000">
                      <p166:blipFill xmlns:p166="http://schemas.microsoft.com/office/powerpoint/2016/6/main">
                        <a:blip r:embed="rId14"/>
                        <a:stretch>
                          <a:fillRect/>
                        </a:stretch>
                      </p166:blipFill>
                      <p166:spPr xmlns:p166="http://schemas.microsoft.com/office/powerpoint/2016/6/main">
                        <a:xfrm>
                          <a:off x="0" y="0"/>
                          <a:ext cx="1321861" cy="967759"/>
                        </a:xfrm>
                        <a:prstGeom prst="rect">
                          <a:avLst/>
                        </a:prstGeom>
                        <a:ln w="3175">
                          <a:solidFill>
                            <a:prstClr val="ltGray"/>
                          </a:solidFill>
                        </a:ln>
                      </p166:spPr>
                    </pslz:zmPr>
                  </pslz:sldZmObj>
                </pslz:sldZm>
              </a:graphicData>
            </a:graphic>
          </p:graphicFrame>
        </mc:Choice>
        <mc:Fallback xmlns="">
          <p:pic>
            <p:nvPicPr>
              <p:cNvPr id="75" name="Slide Zoom 74">
                <a:hlinkClick r:id="rId15" action="ppaction://hlinksldjump"/>
                <a:extLst>
                  <a:ext uri="{FF2B5EF4-FFF2-40B4-BE49-F238E27FC236}">
                    <a16:creationId xmlns:a16="http://schemas.microsoft.com/office/drawing/2014/main" id="{1834059F-0381-4862-B353-BBF01D7330C5}"/>
                  </a:ext>
                </a:extLst>
              </p:cNvPr>
              <p:cNvPicPr>
                <a:picLocks noGrp="1" noRot="1" noChangeAspect="1" noMove="1" noResize="1" noEditPoints="1" noAdjustHandles="1" noChangeArrowheads="1" noChangeShapeType="1"/>
              </p:cNvPicPr>
              <p:nvPr/>
            </p:nvPicPr>
            <p:blipFill>
              <a:blip r:embed="rId16"/>
              <a:stretch>
                <a:fillRect/>
              </a:stretch>
            </p:blipFill>
            <p:spPr>
              <a:xfrm>
                <a:off x="8441692" y="2476481"/>
                <a:ext cx="1321861" cy="96775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7" name="Slide Zoom 76">
                <a:extLst>
                  <a:ext uri="{FF2B5EF4-FFF2-40B4-BE49-F238E27FC236}">
                    <a16:creationId xmlns:a16="http://schemas.microsoft.com/office/drawing/2014/main" id="{1B1D73E3-4FAE-4088-B8D2-D742BF8FC8CB}"/>
                  </a:ext>
                </a:extLst>
              </p:cNvPr>
              <p:cNvGraphicFramePr>
                <a:graphicFrameLocks noChangeAspect="1"/>
              </p:cNvGraphicFramePr>
              <p:nvPr/>
            </p:nvGraphicFramePr>
            <p:xfrm>
              <a:off x="11002343" y="1283737"/>
              <a:ext cx="927235" cy="967760"/>
            </p:xfrm>
            <a:graphic>
              <a:graphicData uri="http://schemas.microsoft.com/office/powerpoint/2016/slidezoom">
                <pslz:sldZm>
                  <pslz:sldZmObj sldId="578" cId="3294250453">
                    <pslz:zmPr id="{03A26BDF-3AFB-4D2D-BFC9-94860718A9C0}" returnToParent="0" transitionDur="1000">
                      <p166:blipFill xmlns:p166="http://schemas.microsoft.com/office/powerpoint/2016/6/main">
                        <a:blip r:embed="rId17"/>
                        <a:stretch>
                          <a:fillRect/>
                        </a:stretch>
                      </p166:blipFill>
                      <p166:spPr xmlns:p166="http://schemas.microsoft.com/office/powerpoint/2016/6/main">
                        <a:xfrm>
                          <a:off x="0" y="0"/>
                          <a:ext cx="927235" cy="967760"/>
                        </a:xfrm>
                        <a:prstGeom prst="rect">
                          <a:avLst/>
                        </a:prstGeom>
                        <a:ln w="3175">
                          <a:solidFill>
                            <a:prstClr val="ltGray"/>
                          </a:solidFill>
                        </a:ln>
                      </p166:spPr>
                    </pslz:zmPr>
                  </pslz:sldZmObj>
                </pslz:sldZm>
              </a:graphicData>
            </a:graphic>
          </p:graphicFrame>
        </mc:Choice>
        <mc:Fallback xmlns="">
          <p:pic>
            <p:nvPicPr>
              <p:cNvPr id="77" name="Slide Zoom 76">
                <a:hlinkClick r:id="rId18" action="ppaction://hlinksldjump"/>
                <a:extLst>
                  <a:ext uri="{FF2B5EF4-FFF2-40B4-BE49-F238E27FC236}">
                    <a16:creationId xmlns:a16="http://schemas.microsoft.com/office/drawing/2014/main" id="{1B1D73E3-4FAE-4088-B8D2-D742BF8FC8CB}"/>
                  </a:ext>
                </a:extLst>
              </p:cNvPr>
              <p:cNvPicPr>
                <a:picLocks noGrp="1" noRot="1" noChangeAspect="1" noMove="1" noResize="1" noEditPoints="1" noAdjustHandles="1" noChangeArrowheads="1" noChangeShapeType="1"/>
              </p:cNvPicPr>
              <p:nvPr/>
            </p:nvPicPr>
            <p:blipFill>
              <a:blip r:embed="rId19"/>
              <a:stretch>
                <a:fillRect/>
              </a:stretch>
            </p:blipFill>
            <p:spPr>
              <a:xfrm>
                <a:off x="11002343" y="1283737"/>
                <a:ext cx="927235" cy="96776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9" name="Slide Zoom 78">
                <a:extLst>
                  <a:ext uri="{FF2B5EF4-FFF2-40B4-BE49-F238E27FC236}">
                    <a16:creationId xmlns:a16="http://schemas.microsoft.com/office/drawing/2014/main" id="{714ADAAE-21B0-44B3-B10D-0C9CE93D8BFE}"/>
                  </a:ext>
                </a:extLst>
              </p:cNvPr>
              <p:cNvGraphicFramePr>
                <a:graphicFrameLocks noChangeAspect="1"/>
              </p:cNvGraphicFramePr>
              <p:nvPr/>
            </p:nvGraphicFramePr>
            <p:xfrm>
              <a:off x="9718139" y="2492070"/>
              <a:ext cx="1226492" cy="936580"/>
            </p:xfrm>
            <a:graphic>
              <a:graphicData uri="http://schemas.microsoft.com/office/powerpoint/2016/slidezoom">
                <pslz:sldZm>
                  <pslz:sldZmObj sldId="577" cId="4273124299">
                    <pslz:zmPr id="{7CF1E997-7603-4C55-AF0D-5B1644622D1D}" returnToParent="0" transitionDur="1000">
                      <p166:blipFill xmlns:p166="http://schemas.microsoft.com/office/powerpoint/2016/6/main">
                        <a:blip r:embed="rId20"/>
                        <a:stretch>
                          <a:fillRect/>
                        </a:stretch>
                      </p166:blipFill>
                      <p166:spPr xmlns:p166="http://schemas.microsoft.com/office/powerpoint/2016/6/main">
                        <a:xfrm>
                          <a:off x="0" y="0"/>
                          <a:ext cx="1226492" cy="936580"/>
                        </a:xfrm>
                        <a:prstGeom prst="rect">
                          <a:avLst/>
                        </a:prstGeom>
                        <a:ln w="3175">
                          <a:solidFill>
                            <a:prstClr val="ltGray"/>
                          </a:solidFill>
                        </a:ln>
                      </p166:spPr>
                    </pslz:zmPr>
                  </pslz:sldZmObj>
                </pslz:sldZm>
              </a:graphicData>
            </a:graphic>
          </p:graphicFrame>
        </mc:Choice>
        <mc:Fallback xmlns="">
          <p:pic>
            <p:nvPicPr>
              <p:cNvPr id="79" name="Slide Zoom 78">
                <a:hlinkClick r:id="rId21" action="ppaction://hlinksldjump"/>
                <a:extLst>
                  <a:ext uri="{FF2B5EF4-FFF2-40B4-BE49-F238E27FC236}">
                    <a16:creationId xmlns:a16="http://schemas.microsoft.com/office/drawing/2014/main" id="{714ADAAE-21B0-44B3-B10D-0C9CE93D8BFE}"/>
                  </a:ext>
                </a:extLst>
              </p:cNvPr>
              <p:cNvPicPr>
                <a:picLocks noGrp="1" noRot="1" noChangeAspect="1" noMove="1" noResize="1" noEditPoints="1" noAdjustHandles="1" noChangeArrowheads="1" noChangeShapeType="1"/>
              </p:cNvPicPr>
              <p:nvPr/>
            </p:nvPicPr>
            <p:blipFill>
              <a:blip r:embed="rId22"/>
              <a:stretch>
                <a:fillRect/>
              </a:stretch>
            </p:blipFill>
            <p:spPr>
              <a:xfrm>
                <a:off x="9718139" y="2492070"/>
                <a:ext cx="1226492" cy="93658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1" name="Slide Zoom 80">
                <a:extLst>
                  <a:ext uri="{FF2B5EF4-FFF2-40B4-BE49-F238E27FC236}">
                    <a16:creationId xmlns:a16="http://schemas.microsoft.com/office/drawing/2014/main" id="{4ED59FFC-B2E7-4490-A724-0AE4F5107D2A}"/>
                  </a:ext>
                </a:extLst>
              </p:cNvPr>
              <p:cNvGraphicFramePr>
                <a:graphicFrameLocks noChangeAspect="1"/>
              </p:cNvGraphicFramePr>
              <p:nvPr/>
            </p:nvGraphicFramePr>
            <p:xfrm>
              <a:off x="10870140" y="2675247"/>
              <a:ext cx="1321861" cy="768993"/>
            </p:xfrm>
            <a:graphic>
              <a:graphicData uri="http://schemas.microsoft.com/office/powerpoint/2016/slidezoom">
                <pslz:sldZm>
                  <pslz:sldZmObj sldId="580" cId="1745574355">
                    <pslz:zmPr id="{72F6241A-73A5-4A11-970A-CE358A9164A0}" returnToParent="0" transitionDur="1000">
                      <p166:blipFill xmlns:p166="http://schemas.microsoft.com/office/powerpoint/2016/6/main">
                        <a:blip r:embed="rId23"/>
                        <a:stretch>
                          <a:fillRect/>
                        </a:stretch>
                      </p166:blipFill>
                      <p166:spPr xmlns:p166="http://schemas.microsoft.com/office/powerpoint/2016/6/main">
                        <a:xfrm>
                          <a:off x="0" y="0"/>
                          <a:ext cx="1321861" cy="768993"/>
                        </a:xfrm>
                        <a:prstGeom prst="rect">
                          <a:avLst/>
                        </a:prstGeom>
                        <a:ln w="3175">
                          <a:solidFill>
                            <a:prstClr val="ltGray"/>
                          </a:solidFill>
                        </a:ln>
                      </p166:spPr>
                    </pslz:zmPr>
                  </pslz:sldZmObj>
                </pslz:sldZm>
              </a:graphicData>
            </a:graphic>
          </p:graphicFrame>
        </mc:Choice>
        <mc:Fallback xmlns="">
          <p:pic>
            <p:nvPicPr>
              <p:cNvPr id="81" name="Slide Zoom 80">
                <a:hlinkClick r:id="rId24" action="ppaction://hlinksldjump"/>
                <a:extLst>
                  <a:ext uri="{FF2B5EF4-FFF2-40B4-BE49-F238E27FC236}">
                    <a16:creationId xmlns:a16="http://schemas.microsoft.com/office/drawing/2014/main" id="{4ED59FFC-B2E7-4490-A724-0AE4F5107D2A}"/>
                  </a:ext>
                </a:extLst>
              </p:cNvPr>
              <p:cNvPicPr>
                <a:picLocks noGrp="1" noRot="1" noChangeAspect="1" noMove="1" noResize="1" noEditPoints="1" noAdjustHandles="1" noChangeArrowheads="1" noChangeShapeType="1"/>
              </p:cNvPicPr>
              <p:nvPr/>
            </p:nvPicPr>
            <p:blipFill>
              <a:blip r:embed="rId25"/>
              <a:stretch>
                <a:fillRect/>
              </a:stretch>
            </p:blipFill>
            <p:spPr>
              <a:xfrm>
                <a:off x="10870140" y="2675247"/>
                <a:ext cx="1321861" cy="768993"/>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3" name="Slide Zoom 82">
                <a:extLst>
                  <a:ext uri="{FF2B5EF4-FFF2-40B4-BE49-F238E27FC236}">
                    <a16:creationId xmlns:a16="http://schemas.microsoft.com/office/drawing/2014/main" id="{2A245F49-4F36-4A16-BA27-0493595FDBE3}"/>
                  </a:ext>
                </a:extLst>
              </p:cNvPr>
              <p:cNvGraphicFramePr>
                <a:graphicFrameLocks noChangeAspect="1"/>
              </p:cNvGraphicFramePr>
              <p:nvPr/>
            </p:nvGraphicFramePr>
            <p:xfrm>
              <a:off x="9026330" y="3875328"/>
              <a:ext cx="1596029" cy="591149"/>
            </p:xfrm>
            <a:graphic>
              <a:graphicData uri="http://schemas.microsoft.com/office/powerpoint/2016/slidezoom">
                <pslz:sldZm>
                  <pslz:sldZmObj sldId="581" cId="1590976058">
                    <pslz:zmPr id="{56FED30A-8D4A-4765-BB89-0A0B22470CB3}" transitionDur="1000">
                      <p166:blipFill xmlns:p166="http://schemas.microsoft.com/office/powerpoint/2016/6/main">
                        <a:blip r:embed="rId26"/>
                        <a:stretch>
                          <a:fillRect/>
                        </a:stretch>
                      </p166:blipFill>
                      <p166:spPr xmlns:p166="http://schemas.microsoft.com/office/powerpoint/2016/6/main">
                        <a:xfrm>
                          <a:off x="0" y="0"/>
                          <a:ext cx="1596029" cy="591149"/>
                        </a:xfrm>
                        <a:prstGeom prst="rect">
                          <a:avLst/>
                        </a:prstGeom>
                        <a:ln w="3175">
                          <a:solidFill>
                            <a:prstClr val="ltGray"/>
                          </a:solidFill>
                        </a:ln>
                      </p166:spPr>
                    </pslz:zmPr>
                  </pslz:sldZmObj>
                </pslz:sldZm>
              </a:graphicData>
            </a:graphic>
          </p:graphicFrame>
        </mc:Choice>
        <mc:Fallback xmlns="">
          <p:pic>
            <p:nvPicPr>
              <p:cNvPr id="83" name="Slide Zoom 82">
                <a:hlinkClick r:id="rId27" action="ppaction://hlinksldjump"/>
                <a:extLst>
                  <a:ext uri="{FF2B5EF4-FFF2-40B4-BE49-F238E27FC236}">
                    <a16:creationId xmlns:a16="http://schemas.microsoft.com/office/drawing/2014/main" id="{2A245F49-4F36-4A16-BA27-0493595FDBE3}"/>
                  </a:ext>
                </a:extLst>
              </p:cNvPr>
              <p:cNvPicPr>
                <a:picLocks noGrp="1" noRot="1" noChangeAspect="1" noMove="1" noResize="1" noEditPoints="1" noAdjustHandles="1" noChangeArrowheads="1" noChangeShapeType="1"/>
              </p:cNvPicPr>
              <p:nvPr/>
            </p:nvPicPr>
            <p:blipFill>
              <a:blip r:embed="rId28"/>
              <a:stretch>
                <a:fillRect/>
              </a:stretch>
            </p:blipFill>
            <p:spPr>
              <a:xfrm>
                <a:off x="9026330" y="3875328"/>
                <a:ext cx="1596029" cy="59114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1" name="Slide Zoom 60">
                <a:extLst>
                  <a:ext uri="{FF2B5EF4-FFF2-40B4-BE49-F238E27FC236}">
                    <a16:creationId xmlns:a16="http://schemas.microsoft.com/office/drawing/2014/main" id="{E1B164C9-8C21-40B7-A180-DA338CD2EC5C}"/>
                  </a:ext>
                </a:extLst>
              </p:cNvPr>
              <p:cNvGraphicFramePr>
                <a:graphicFrameLocks noChangeAspect="1"/>
              </p:cNvGraphicFramePr>
              <p:nvPr>
                <p:extLst>
                  <p:ext uri="{D42A27DB-BD31-4B8C-83A1-F6EECF244321}">
                    <p14:modId xmlns:p14="http://schemas.microsoft.com/office/powerpoint/2010/main" val="2713256013"/>
                  </p:ext>
                </p:extLst>
              </p:nvPr>
            </p:nvGraphicFramePr>
            <p:xfrm>
              <a:off x="2246852" y="1192294"/>
              <a:ext cx="1977663" cy="1112435"/>
            </p:xfrm>
            <a:graphic>
              <a:graphicData uri="http://schemas.microsoft.com/office/powerpoint/2016/slidezoom">
                <pslz:sldZm>
                  <pslz:sldZmObj sldId="273" cId="1134924584">
                    <pslz:zmPr id="{72C769A8-6C23-495B-9BB9-8C6B886A4247}" transitionDur="1000">
                      <p166:blipFill xmlns:p166="http://schemas.microsoft.com/office/powerpoint/2016/6/main">
                        <a:blip r:embed="rId29"/>
                        <a:stretch>
                          <a:fillRect/>
                        </a:stretch>
                      </p166:blipFill>
                      <p166:spPr xmlns:p166="http://schemas.microsoft.com/office/powerpoint/2016/6/main">
                        <a:xfrm>
                          <a:off x="0" y="0"/>
                          <a:ext cx="1977663" cy="1112435"/>
                        </a:xfrm>
                        <a:prstGeom prst="rect">
                          <a:avLst/>
                        </a:prstGeom>
                        <a:ln w="3175">
                          <a:solidFill>
                            <a:prstClr val="ltGray"/>
                          </a:solidFill>
                        </a:ln>
                      </p166:spPr>
                    </pslz:zmPr>
                  </pslz:sldZmObj>
                </pslz:sldZm>
              </a:graphicData>
            </a:graphic>
          </p:graphicFrame>
        </mc:Choice>
        <mc:Fallback xmlns="">
          <p:pic>
            <p:nvPicPr>
              <p:cNvPr id="61" name="Slide Zoom 60">
                <a:hlinkClick r:id="rId33" action="ppaction://hlinksldjump"/>
                <a:extLst>
                  <a:ext uri="{FF2B5EF4-FFF2-40B4-BE49-F238E27FC236}">
                    <a16:creationId xmlns:a16="http://schemas.microsoft.com/office/drawing/2014/main" id="{E1B164C9-8C21-40B7-A180-DA338CD2EC5C}"/>
                  </a:ext>
                </a:extLst>
              </p:cNvPr>
              <p:cNvPicPr>
                <a:picLocks noGrp="1" noRot="1" noChangeAspect="1" noMove="1" noResize="1" noEditPoints="1" noAdjustHandles="1" noChangeArrowheads="1" noChangeShapeType="1"/>
              </p:cNvPicPr>
              <p:nvPr/>
            </p:nvPicPr>
            <p:blipFill>
              <a:blip r:embed="rId34"/>
              <a:stretch>
                <a:fillRect/>
              </a:stretch>
            </p:blipFill>
            <p:spPr>
              <a:xfrm>
                <a:off x="2246852" y="1192294"/>
                <a:ext cx="1977663" cy="1112435"/>
              </a:xfrm>
              <a:prstGeom prst="rect">
                <a:avLst/>
              </a:prstGeom>
              <a:ln w="3175">
                <a:solidFill>
                  <a:prstClr val="ltGray"/>
                </a:solidFill>
              </a:ln>
            </p:spPr>
          </p:pic>
        </mc:Fallback>
      </mc:AlternateContent>
      <p:sp>
        <p:nvSpPr>
          <p:cNvPr id="2" name="Flowchart: Connector 1">
            <a:extLst>
              <a:ext uri="{FF2B5EF4-FFF2-40B4-BE49-F238E27FC236}">
                <a16:creationId xmlns:a16="http://schemas.microsoft.com/office/drawing/2014/main" id="{BF7A18C4-85B8-4705-B522-AC6A729BF152}"/>
              </a:ext>
            </a:extLst>
          </p:cNvPr>
          <p:cNvSpPr/>
          <p:nvPr/>
        </p:nvSpPr>
        <p:spPr>
          <a:xfrm>
            <a:off x="3723291" y="1854200"/>
            <a:ext cx="4740219" cy="4573049"/>
          </a:xfrm>
          <a:prstGeom prst="flowChartConnector">
            <a:avLst/>
          </a:prstGeom>
          <a:solidFill>
            <a:srgbClr val="FFFFFF"/>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dirty="0"/>
          </a:p>
        </p:txBody>
      </p:sp>
      <p:sp>
        <p:nvSpPr>
          <p:cNvPr id="16" name="Flowchart: Connector 15">
            <a:extLst>
              <a:ext uri="{FF2B5EF4-FFF2-40B4-BE49-F238E27FC236}">
                <a16:creationId xmlns:a16="http://schemas.microsoft.com/office/drawing/2014/main" id="{561A63B2-E3B3-4022-AA78-08159DAB0AED}"/>
              </a:ext>
            </a:extLst>
          </p:cNvPr>
          <p:cNvSpPr/>
          <p:nvPr/>
        </p:nvSpPr>
        <p:spPr>
          <a:xfrm>
            <a:off x="3607972" y="1727887"/>
            <a:ext cx="4926428" cy="4749113"/>
          </a:xfrm>
          <a:prstGeom prst="flowChartConnector">
            <a:avLst/>
          </a:prstGeom>
          <a:noFill/>
          <a:ln w="12700">
            <a:solidFill>
              <a:schemeClr val="tx1">
                <a:lumMod val="65000"/>
                <a:lumOff val="3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mc:AlternateContent xmlns:mc="http://schemas.openxmlformats.org/markup-compatibility/2006" xmlns:pslz="http://schemas.microsoft.com/office/powerpoint/2016/slidezoom">
        <mc:Choice Requires="pslz">
          <p:graphicFrame>
            <p:nvGraphicFramePr>
              <p:cNvPr id="69" name="Slide Zoom 68">
                <a:extLst>
                  <a:ext uri="{FF2B5EF4-FFF2-40B4-BE49-F238E27FC236}">
                    <a16:creationId xmlns:a16="http://schemas.microsoft.com/office/drawing/2014/main" id="{F8F10C2F-FD69-4311-8D06-DF59B5F353EA}"/>
                  </a:ext>
                </a:extLst>
              </p:cNvPr>
              <p:cNvGraphicFramePr>
                <a:graphicFrameLocks noChangeAspect="1"/>
              </p:cNvGraphicFramePr>
              <p:nvPr/>
            </p:nvGraphicFramePr>
            <p:xfrm>
              <a:off x="2164136" y="4466478"/>
              <a:ext cx="1778171" cy="1112435"/>
            </p:xfrm>
            <a:graphic>
              <a:graphicData uri="http://schemas.microsoft.com/office/powerpoint/2016/slidezoom">
                <pslz:sldZm>
                  <pslz:sldZmObj sldId="570" cId="2857829996">
                    <pslz:zmPr id="{1E824D4E-D84A-43B3-A82C-1DF5C4343185}" returnToParent="0" transitionDur="1000">
                      <p166:blipFill xmlns:p166="http://schemas.microsoft.com/office/powerpoint/2016/6/main">
                        <a:blip r:embed="rId35"/>
                        <a:stretch>
                          <a:fillRect/>
                        </a:stretch>
                      </p166:blipFill>
                      <p166:spPr xmlns:p166="http://schemas.microsoft.com/office/powerpoint/2016/6/main">
                        <a:xfrm>
                          <a:off x="0" y="0"/>
                          <a:ext cx="1778171" cy="1112435"/>
                        </a:xfrm>
                        <a:prstGeom prst="rect">
                          <a:avLst/>
                        </a:prstGeom>
                        <a:ln w="3175">
                          <a:solidFill>
                            <a:prstClr val="ltGray"/>
                          </a:solidFill>
                        </a:ln>
                      </p166:spPr>
                    </pslz:zmPr>
                  </pslz:sldZmObj>
                </pslz:sldZm>
              </a:graphicData>
            </a:graphic>
          </p:graphicFrame>
        </mc:Choice>
        <mc:Fallback xmlns="">
          <p:pic>
            <p:nvPicPr>
              <p:cNvPr id="69" name="Slide Zoom 68">
                <a:hlinkClick r:id="rId36" action="ppaction://hlinksldjump"/>
                <a:extLst>
                  <a:ext uri="{FF2B5EF4-FFF2-40B4-BE49-F238E27FC236}">
                    <a16:creationId xmlns:a16="http://schemas.microsoft.com/office/drawing/2014/main" id="{F8F10C2F-FD69-4311-8D06-DF59B5F353EA}"/>
                  </a:ext>
                </a:extLst>
              </p:cNvPr>
              <p:cNvPicPr>
                <a:picLocks noGrp="1" noRot="1" noChangeAspect="1" noMove="1" noResize="1" noEditPoints="1" noAdjustHandles="1" noChangeArrowheads="1" noChangeShapeType="1"/>
              </p:cNvPicPr>
              <p:nvPr/>
            </p:nvPicPr>
            <p:blipFill>
              <a:blip r:embed="rId37"/>
              <a:stretch>
                <a:fillRect/>
              </a:stretch>
            </p:blipFill>
            <p:spPr>
              <a:xfrm>
                <a:off x="2164136" y="4466478"/>
                <a:ext cx="1778171" cy="1112435"/>
              </a:xfrm>
              <a:prstGeom prst="rect">
                <a:avLst/>
              </a:prstGeom>
              <a:ln w="3175">
                <a:solidFill>
                  <a:prstClr val="ltGray"/>
                </a:solidFill>
              </a:ln>
            </p:spPr>
          </p:pic>
        </mc:Fallback>
      </mc:AlternateContent>
      <p:grpSp>
        <p:nvGrpSpPr>
          <p:cNvPr id="6" name="introduction">
            <a:extLst>
              <a:ext uri="{FF2B5EF4-FFF2-40B4-BE49-F238E27FC236}">
                <a16:creationId xmlns:a16="http://schemas.microsoft.com/office/drawing/2014/main" id="{4CB34971-46A0-4210-A940-07F56CC869A8}"/>
              </a:ext>
            </a:extLst>
          </p:cNvPr>
          <p:cNvGrpSpPr/>
          <p:nvPr/>
        </p:nvGrpSpPr>
        <p:grpSpPr>
          <a:xfrm>
            <a:off x="3833665" y="1993215"/>
            <a:ext cx="4260865" cy="3867233"/>
            <a:chOff x="6400800" y="4016489"/>
            <a:chExt cx="3951811" cy="2951583"/>
          </a:xfrm>
        </p:grpSpPr>
        <p:sp>
          <p:nvSpPr>
            <p:cNvPr id="3" name="Partial Circle 2">
              <a:extLst>
                <a:ext uri="{FF2B5EF4-FFF2-40B4-BE49-F238E27FC236}">
                  <a16:creationId xmlns:a16="http://schemas.microsoft.com/office/drawing/2014/main" id="{BDFA417E-6449-44DB-B567-D0C3A06EF1AD}"/>
                </a:ext>
              </a:extLst>
            </p:cNvPr>
            <p:cNvSpPr/>
            <p:nvPr/>
          </p:nvSpPr>
          <p:spPr>
            <a:xfrm>
              <a:off x="6400800" y="4016489"/>
              <a:ext cx="3951811" cy="2951583"/>
            </a:xfrm>
            <a:prstGeom prst="pie">
              <a:avLst>
                <a:gd name="adj1" fmla="val 10800000"/>
                <a:gd name="adj2" fmla="val 16200000"/>
              </a:avLst>
            </a:prstGeom>
            <a:solidFill>
              <a:srgbClr val="C00000">
                <a:alpha val="20000"/>
              </a:srgbClr>
            </a:solidFill>
            <a:ln>
              <a:solidFill>
                <a:srgbClr val="C0000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dirty="0">
                <a:solidFill>
                  <a:schemeClr val="tx1"/>
                </a:solidFill>
              </a:endParaRPr>
            </a:p>
          </p:txBody>
        </p:sp>
        <p:sp>
          <p:nvSpPr>
            <p:cNvPr id="21" name="TextBox 20">
              <a:extLst>
                <a:ext uri="{FF2B5EF4-FFF2-40B4-BE49-F238E27FC236}">
                  <a16:creationId xmlns:a16="http://schemas.microsoft.com/office/drawing/2014/main" id="{4463509F-21B8-430B-8F76-93629E902B1F}"/>
                </a:ext>
              </a:extLst>
            </p:cNvPr>
            <p:cNvSpPr txBox="1"/>
            <p:nvPr/>
          </p:nvSpPr>
          <p:spPr>
            <a:xfrm>
              <a:off x="6660001" y="4805452"/>
              <a:ext cx="1752219" cy="469808"/>
            </a:xfrm>
            <a:prstGeom prst="rect">
              <a:avLst/>
            </a:prstGeom>
            <a:noFill/>
          </p:spPr>
          <p:txBody>
            <a:bodyPr wrap="square" rtlCol="0">
              <a:spAutoFit/>
            </a:bodyPr>
            <a:lstStyle/>
            <a:p>
              <a:r>
                <a:rPr lang="fr-FR" sz="2000" b="1" dirty="0">
                  <a:solidFill>
                    <a:srgbClr val="470000"/>
                  </a:solidFill>
                  <a:latin typeface="Monotype Corsiva" panose="03010101010201010101" pitchFamily="66" charset="0"/>
                  <a:cs typeface="Times New Roman" panose="02020603050405020304" pitchFamily="18" charset="0"/>
                </a:rPr>
                <a:t> </a:t>
              </a:r>
              <a:r>
                <a:rPr lang="fr-FR" b="1" dirty="0">
                  <a:solidFill>
                    <a:srgbClr val="470000"/>
                  </a:solidFill>
                  <a:latin typeface="Monotype Corsiva" panose="03010101010201010101" pitchFamily="66" charset="0"/>
                  <a:cs typeface="Times New Roman" panose="02020603050405020304" pitchFamily="18" charset="0"/>
                </a:rPr>
                <a:t>INTRODUCTION</a:t>
              </a:r>
              <a:endParaRPr lang="fr-FR" sz="1400" b="1" dirty="0">
                <a:solidFill>
                  <a:srgbClr val="470000"/>
                </a:solidFill>
                <a:latin typeface="Monotype Corsiva" panose="03010101010201010101" pitchFamily="66" charset="0"/>
                <a:cs typeface="Times New Roman" panose="02020603050405020304" pitchFamily="18" charset="0"/>
              </a:endParaRPr>
            </a:p>
            <a:p>
              <a:endParaRPr lang="en-US" sz="1400" b="1" dirty="0">
                <a:solidFill>
                  <a:srgbClr val="470000"/>
                </a:solidFill>
                <a:latin typeface="Monotype Corsiva" panose="03010101010201010101" pitchFamily="66" charset="0"/>
                <a:cs typeface="Times New Roman" panose="02020603050405020304" pitchFamily="18" charset="0"/>
              </a:endParaRPr>
            </a:p>
          </p:txBody>
        </p:sp>
      </p:grpSp>
      <p:grpSp>
        <p:nvGrpSpPr>
          <p:cNvPr id="9" name="methodologie">
            <a:extLst>
              <a:ext uri="{FF2B5EF4-FFF2-40B4-BE49-F238E27FC236}">
                <a16:creationId xmlns:a16="http://schemas.microsoft.com/office/drawing/2014/main" id="{DDC019C9-30DC-4441-BCD5-AC0C606A50B5}"/>
              </a:ext>
            </a:extLst>
          </p:cNvPr>
          <p:cNvGrpSpPr/>
          <p:nvPr/>
        </p:nvGrpSpPr>
        <p:grpSpPr>
          <a:xfrm>
            <a:off x="3833665" y="1854200"/>
            <a:ext cx="4353367" cy="4400695"/>
            <a:chOff x="6584820" y="3608948"/>
            <a:chExt cx="3884282" cy="3480996"/>
          </a:xfrm>
        </p:grpSpPr>
        <p:sp>
          <p:nvSpPr>
            <p:cNvPr id="19" name="Partial Circle 18">
              <a:extLst>
                <a:ext uri="{FF2B5EF4-FFF2-40B4-BE49-F238E27FC236}">
                  <a16:creationId xmlns:a16="http://schemas.microsoft.com/office/drawing/2014/main" id="{D282D335-B9E0-4C64-9C38-47BAB82349E2}"/>
                </a:ext>
              </a:extLst>
            </p:cNvPr>
            <p:cNvSpPr/>
            <p:nvPr/>
          </p:nvSpPr>
          <p:spPr>
            <a:xfrm rot="16200000">
              <a:off x="6786463" y="3407305"/>
              <a:ext cx="3480996" cy="3884282"/>
            </a:xfrm>
            <a:prstGeom prst="pie">
              <a:avLst>
                <a:gd name="adj1" fmla="val 10800000"/>
                <a:gd name="adj2" fmla="val 16200000"/>
              </a:avLst>
            </a:prstGeom>
            <a:solidFill>
              <a:srgbClr val="FFC000">
                <a:alpha val="20000"/>
              </a:srgbClr>
            </a:solidFill>
            <a:ln>
              <a:solidFill>
                <a:srgbClr val="C0000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solidFill>
                  <a:schemeClr val="tx1"/>
                </a:solidFill>
              </a:endParaRPr>
            </a:p>
          </p:txBody>
        </p:sp>
        <p:sp>
          <p:nvSpPr>
            <p:cNvPr id="22" name="TextBox 21">
              <a:extLst>
                <a:ext uri="{FF2B5EF4-FFF2-40B4-BE49-F238E27FC236}">
                  <a16:creationId xmlns:a16="http://schemas.microsoft.com/office/drawing/2014/main" id="{4377C40F-EA08-4E04-B492-D321367DC049}"/>
                </a:ext>
              </a:extLst>
            </p:cNvPr>
            <p:cNvSpPr txBox="1"/>
            <p:nvPr/>
          </p:nvSpPr>
          <p:spPr>
            <a:xfrm>
              <a:off x="6949070" y="5750079"/>
              <a:ext cx="1753686" cy="730364"/>
            </a:xfrm>
            <a:prstGeom prst="rect">
              <a:avLst/>
            </a:prstGeom>
            <a:noFill/>
          </p:spPr>
          <p:txBody>
            <a:bodyPr wrap="square" rtlCol="0">
              <a:spAutoFit/>
            </a:bodyPr>
            <a:lstStyle/>
            <a:p>
              <a:r>
                <a:rPr lang="fr-FR" b="1" dirty="0">
                  <a:solidFill>
                    <a:srgbClr val="470000"/>
                  </a:solidFill>
                  <a:latin typeface="Monotype Corsiva" panose="03010101010201010101" pitchFamily="66" charset="0"/>
                  <a:cs typeface="Times New Roman" panose="02020603050405020304" pitchFamily="18" charset="0"/>
                </a:rPr>
                <a:t>DESCRIPTION DES DONNÉES</a:t>
              </a:r>
              <a:endParaRPr lang="en-US" dirty="0">
                <a:solidFill>
                  <a:srgbClr val="470000"/>
                </a:solidFill>
                <a:latin typeface="Monotype Corsiva" panose="03010101010201010101" pitchFamily="66" charset="0"/>
              </a:endParaRPr>
            </a:p>
            <a:p>
              <a:r>
                <a:rPr lang="fr-FR" b="1" dirty="0">
                  <a:solidFill>
                    <a:srgbClr val="470000"/>
                  </a:solidFill>
                  <a:latin typeface="Monotype Corsiva" panose="03010101010201010101" pitchFamily="66" charset="0"/>
                  <a:cs typeface="Times New Roman" panose="02020603050405020304" pitchFamily="18" charset="0"/>
                </a:rPr>
                <a:t> </a:t>
              </a:r>
              <a:endParaRPr lang="en-US" b="1" dirty="0">
                <a:solidFill>
                  <a:srgbClr val="470000"/>
                </a:solidFill>
                <a:latin typeface="Monotype Corsiva" panose="03010101010201010101" pitchFamily="66" charset="0"/>
                <a:cs typeface="Times New Roman" panose="02020603050405020304" pitchFamily="18" charset="0"/>
              </a:endParaRPr>
            </a:p>
          </p:txBody>
        </p:sp>
      </p:grpSp>
      <p:grpSp>
        <p:nvGrpSpPr>
          <p:cNvPr id="7" name="resultat">
            <a:extLst>
              <a:ext uri="{FF2B5EF4-FFF2-40B4-BE49-F238E27FC236}">
                <a16:creationId xmlns:a16="http://schemas.microsoft.com/office/drawing/2014/main" id="{77CFB242-29DB-49CC-AB26-6DCD74439CA7}"/>
              </a:ext>
            </a:extLst>
          </p:cNvPr>
          <p:cNvGrpSpPr/>
          <p:nvPr/>
        </p:nvGrpSpPr>
        <p:grpSpPr>
          <a:xfrm>
            <a:off x="4013198" y="2013997"/>
            <a:ext cx="4232953" cy="3867233"/>
            <a:chOff x="7553512" y="3936508"/>
            <a:chExt cx="3010368" cy="2922904"/>
          </a:xfrm>
        </p:grpSpPr>
        <p:sp>
          <p:nvSpPr>
            <p:cNvPr id="18" name="Partial Circle 17">
              <a:extLst>
                <a:ext uri="{FF2B5EF4-FFF2-40B4-BE49-F238E27FC236}">
                  <a16:creationId xmlns:a16="http://schemas.microsoft.com/office/drawing/2014/main" id="{12250D10-EA08-4321-AFE2-543587D77790}"/>
                </a:ext>
              </a:extLst>
            </p:cNvPr>
            <p:cNvSpPr/>
            <p:nvPr/>
          </p:nvSpPr>
          <p:spPr>
            <a:xfrm rot="5400000">
              <a:off x="7597244" y="3892776"/>
              <a:ext cx="2922904" cy="3010368"/>
            </a:xfrm>
            <a:prstGeom prst="pie">
              <a:avLst>
                <a:gd name="adj1" fmla="val 10800000"/>
                <a:gd name="adj2" fmla="val 16164940"/>
              </a:avLst>
            </a:prstGeom>
            <a:solidFill>
              <a:srgbClr val="00B0F0">
                <a:alpha val="20000"/>
              </a:srgbClr>
            </a:solidFill>
            <a:ln>
              <a:solidFill>
                <a:schemeClr val="accent5"/>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dirty="0">
                <a:solidFill>
                  <a:schemeClr val="tx1"/>
                </a:solidFill>
              </a:endParaRPr>
            </a:p>
          </p:txBody>
        </p:sp>
        <p:sp>
          <p:nvSpPr>
            <p:cNvPr id="24" name="TextBox 23">
              <a:extLst>
                <a:ext uri="{FF2B5EF4-FFF2-40B4-BE49-F238E27FC236}">
                  <a16:creationId xmlns:a16="http://schemas.microsoft.com/office/drawing/2014/main" id="{2A13766A-6351-4A83-AEC8-5582BA3FAE64}"/>
                </a:ext>
              </a:extLst>
            </p:cNvPr>
            <p:cNvSpPr txBox="1"/>
            <p:nvPr/>
          </p:nvSpPr>
          <p:spPr>
            <a:xfrm>
              <a:off x="9200893" y="4709502"/>
              <a:ext cx="1024318" cy="418719"/>
            </a:xfrm>
            <a:prstGeom prst="rect">
              <a:avLst/>
            </a:prstGeom>
            <a:noFill/>
          </p:spPr>
          <p:txBody>
            <a:bodyPr wrap="square" rtlCol="0">
              <a:spAutoFit/>
            </a:bodyPr>
            <a:lstStyle/>
            <a:p>
              <a:r>
                <a:rPr lang="fr-FR" sz="1333" b="1" dirty="0">
                  <a:solidFill>
                    <a:srgbClr val="470000"/>
                  </a:solidFill>
                  <a:latin typeface="Times New Roman" panose="02020603050405020304" pitchFamily="18" charset="0"/>
                  <a:cs typeface="Times New Roman" panose="02020603050405020304" pitchFamily="18" charset="0"/>
                </a:rPr>
                <a:t> </a:t>
              </a:r>
              <a:r>
                <a:rPr lang="fr-FR" b="1" dirty="0">
                  <a:solidFill>
                    <a:srgbClr val="470000"/>
                  </a:solidFill>
                  <a:latin typeface="Monotype Corsiva" panose="03010101010201010101" pitchFamily="66" charset="0"/>
                  <a:cs typeface="Times New Roman" panose="02020603050405020304" pitchFamily="18" charset="0"/>
                </a:rPr>
                <a:t>RESULTATS</a:t>
              </a:r>
              <a:endParaRPr lang="en-US" sz="1333" b="1" dirty="0">
                <a:solidFill>
                  <a:srgbClr val="470000"/>
                </a:solidFill>
                <a:latin typeface="Monotype Corsiva" panose="03010101010201010101" pitchFamily="66" charset="0"/>
                <a:cs typeface="Times New Roman" panose="02020603050405020304" pitchFamily="18" charset="0"/>
              </a:endParaRPr>
            </a:p>
            <a:p>
              <a:endParaRPr lang="en-US" sz="1200" b="1" dirty="0">
                <a:solidFill>
                  <a:srgbClr val="470000"/>
                </a:solidFill>
                <a:latin typeface="Times New Roman" panose="02020603050405020304" pitchFamily="18" charset="0"/>
                <a:cs typeface="Times New Roman" panose="02020603050405020304" pitchFamily="18" charset="0"/>
              </a:endParaRPr>
            </a:p>
          </p:txBody>
        </p:sp>
      </p:grpSp>
      <p:grpSp>
        <p:nvGrpSpPr>
          <p:cNvPr id="32" name="conclusion">
            <a:extLst>
              <a:ext uri="{FF2B5EF4-FFF2-40B4-BE49-F238E27FC236}">
                <a16:creationId xmlns:a16="http://schemas.microsoft.com/office/drawing/2014/main" id="{4520E74A-859A-4FB0-9376-93EC117A056D}"/>
              </a:ext>
            </a:extLst>
          </p:cNvPr>
          <p:cNvGrpSpPr/>
          <p:nvPr/>
        </p:nvGrpSpPr>
        <p:grpSpPr>
          <a:xfrm>
            <a:off x="3981108" y="1854200"/>
            <a:ext cx="4341403" cy="4367521"/>
            <a:chOff x="5971663" y="2781299"/>
            <a:chExt cx="6330336" cy="6477001"/>
          </a:xfrm>
        </p:grpSpPr>
        <p:sp>
          <p:nvSpPr>
            <p:cNvPr id="20" name="Partial Circle 19">
              <a:extLst>
                <a:ext uri="{FF2B5EF4-FFF2-40B4-BE49-F238E27FC236}">
                  <a16:creationId xmlns:a16="http://schemas.microsoft.com/office/drawing/2014/main" id="{706BD3E1-6B41-489D-B80C-A73216C80C09}"/>
                </a:ext>
              </a:extLst>
            </p:cNvPr>
            <p:cNvSpPr/>
            <p:nvPr/>
          </p:nvSpPr>
          <p:spPr>
            <a:xfrm rot="10800000">
              <a:off x="5971663" y="2781299"/>
              <a:ext cx="6296534" cy="6477001"/>
            </a:xfrm>
            <a:prstGeom prst="pie">
              <a:avLst>
                <a:gd name="adj1" fmla="val 10800000"/>
                <a:gd name="adj2" fmla="val 16200000"/>
              </a:avLst>
            </a:prstGeom>
            <a:solidFill>
              <a:schemeClr val="accent3">
                <a:alpha val="20000"/>
              </a:schemeClr>
            </a:solidFill>
            <a:ln>
              <a:solidFill>
                <a:schemeClr val="accent3"/>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solidFill>
                  <a:schemeClr val="tx1"/>
                </a:solidFill>
              </a:endParaRPr>
            </a:p>
          </p:txBody>
        </p:sp>
        <p:sp>
          <p:nvSpPr>
            <p:cNvPr id="25" name="TextBox 24">
              <a:extLst>
                <a:ext uri="{FF2B5EF4-FFF2-40B4-BE49-F238E27FC236}">
                  <a16:creationId xmlns:a16="http://schemas.microsoft.com/office/drawing/2014/main" id="{E423945A-E5EB-423F-A25A-A4121B1FA49D}"/>
                </a:ext>
              </a:extLst>
            </p:cNvPr>
            <p:cNvSpPr txBox="1"/>
            <p:nvPr/>
          </p:nvSpPr>
          <p:spPr>
            <a:xfrm>
              <a:off x="9159959" y="7063943"/>
              <a:ext cx="3142040" cy="547717"/>
            </a:xfrm>
            <a:prstGeom prst="rect">
              <a:avLst/>
            </a:prstGeom>
            <a:noFill/>
          </p:spPr>
          <p:txBody>
            <a:bodyPr wrap="square">
              <a:spAutoFit/>
            </a:bodyPr>
            <a:lstStyle/>
            <a:p>
              <a:r>
                <a:rPr lang="fr-FR" b="1" dirty="0">
                  <a:solidFill>
                    <a:srgbClr val="470000"/>
                  </a:solidFill>
                  <a:latin typeface="Monotype Corsiva" panose="03010101010201010101" pitchFamily="66" charset="0"/>
                  <a:cs typeface="Times New Roman" panose="02020603050405020304" pitchFamily="18" charset="0"/>
                </a:rPr>
                <a:t>Dashboard </a:t>
              </a:r>
              <a:r>
                <a:rPr lang="fr-FR" b="1" dirty="0" err="1">
                  <a:solidFill>
                    <a:srgbClr val="470000"/>
                  </a:solidFill>
                  <a:latin typeface="Monotype Corsiva" panose="03010101010201010101" pitchFamily="66" charset="0"/>
                  <a:cs typeface="Times New Roman" panose="02020603050405020304" pitchFamily="18" charset="0"/>
                </a:rPr>
                <a:t>shiny</a:t>
              </a:r>
              <a:endParaRPr lang="en-US" b="1" dirty="0">
                <a:solidFill>
                  <a:srgbClr val="470000"/>
                </a:solidFill>
                <a:latin typeface="Monotype Corsiva" panose="03010101010201010101" pitchFamily="66" charset="0"/>
                <a:cs typeface="Times New Roman" panose="02020603050405020304" pitchFamily="18" charset="0"/>
              </a:endParaRPr>
            </a:p>
          </p:txBody>
        </p:sp>
      </p:grpSp>
      <p:sp>
        <p:nvSpPr>
          <p:cNvPr id="30" name="Freeform 3">
            <a:extLst>
              <a:ext uri="{FF2B5EF4-FFF2-40B4-BE49-F238E27FC236}">
                <a16:creationId xmlns:a16="http://schemas.microsoft.com/office/drawing/2014/main" id="{5F7839F7-AE32-46DB-AC24-DCA96770B218}"/>
              </a:ext>
            </a:extLst>
          </p:cNvPr>
          <p:cNvSpPr/>
          <p:nvPr/>
        </p:nvSpPr>
        <p:spPr>
          <a:xfrm rot="16200000">
            <a:off x="-14420" y="7218"/>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sp>
      <p:sp>
        <p:nvSpPr>
          <p:cNvPr id="31" name="Freeform 2">
            <a:extLst>
              <a:ext uri="{FF2B5EF4-FFF2-40B4-BE49-F238E27FC236}">
                <a16:creationId xmlns:a16="http://schemas.microsoft.com/office/drawing/2014/main" id="{EA17F973-AC77-4B35-BAF9-80A375B3BEE7}"/>
              </a:ext>
            </a:extLst>
          </p:cNvPr>
          <p:cNvSpPr/>
          <p:nvPr/>
        </p:nvSpPr>
        <p:spPr>
          <a:xfrm>
            <a:off x="10793526" y="7218"/>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sp>
      <p:sp>
        <p:nvSpPr>
          <p:cNvPr id="33" name="Freeform 4">
            <a:extLst>
              <a:ext uri="{FF2B5EF4-FFF2-40B4-BE49-F238E27FC236}">
                <a16:creationId xmlns:a16="http://schemas.microsoft.com/office/drawing/2014/main" id="{BF93DC08-CCB1-44C7-941E-EEE2EB695FC3}"/>
              </a:ext>
            </a:extLst>
          </p:cNvPr>
          <p:cNvSpPr/>
          <p:nvPr/>
        </p:nvSpPr>
        <p:spPr>
          <a:xfrm rot="5400000">
            <a:off x="10735070" y="541235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sp>
      <p:sp>
        <p:nvSpPr>
          <p:cNvPr id="34" name="Freeform 5">
            <a:extLst>
              <a:ext uri="{FF2B5EF4-FFF2-40B4-BE49-F238E27FC236}">
                <a16:creationId xmlns:a16="http://schemas.microsoft.com/office/drawing/2014/main" id="{CF49F466-6578-4470-B224-B28FF878EBF9}"/>
              </a:ext>
            </a:extLst>
          </p:cNvPr>
          <p:cNvSpPr/>
          <p:nvPr/>
        </p:nvSpPr>
        <p:spPr>
          <a:xfrm rot="10800000">
            <a:off x="-4089" y="540106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sp>
      <p:sp>
        <p:nvSpPr>
          <p:cNvPr id="35" name="AutoShape 6">
            <a:extLst>
              <a:ext uri="{FF2B5EF4-FFF2-40B4-BE49-F238E27FC236}">
                <a16:creationId xmlns:a16="http://schemas.microsoft.com/office/drawing/2014/main" id="{C3C8D050-224B-4F85-A54A-8D90006BA540}"/>
              </a:ext>
            </a:extLst>
          </p:cNvPr>
          <p:cNvSpPr/>
          <p:nvPr/>
        </p:nvSpPr>
        <p:spPr>
          <a:xfrm>
            <a:off x="2212236" y="6789773"/>
            <a:ext cx="7767529" cy="0"/>
          </a:xfrm>
          <a:prstGeom prst="line">
            <a:avLst/>
          </a:prstGeom>
          <a:ln w="28575" cap="flat">
            <a:solidFill>
              <a:srgbClr val="DDB974"/>
            </a:solidFill>
            <a:prstDash val="solid"/>
            <a:headEnd type="none" w="sm" len="sm"/>
            <a:tailEnd type="none" w="sm" len="sm"/>
          </a:ln>
        </p:spPr>
      </p:sp>
      <p:sp>
        <p:nvSpPr>
          <p:cNvPr id="36" name="AutoShape 5">
            <a:extLst>
              <a:ext uri="{FF2B5EF4-FFF2-40B4-BE49-F238E27FC236}">
                <a16:creationId xmlns:a16="http://schemas.microsoft.com/office/drawing/2014/main" id="{6DEDC02F-C093-4DC0-9AA2-33A213B2A24A}"/>
              </a:ext>
            </a:extLst>
          </p:cNvPr>
          <p:cNvSpPr/>
          <p:nvPr/>
        </p:nvSpPr>
        <p:spPr>
          <a:xfrm>
            <a:off x="1506018" y="98775"/>
            <a:ext cx="9116341" cy="0"/>
          </a:xfrm>
          <a:prstGeom prst="line">
            <a:avLst/>
          </a:prstGeom>
          <a:ln w="38100" cap="flat">
            <a:solidFill>
              <a:srgbClr val="DDB974"/>
            </a:solidFill>
            <a:prstDash val="solid"/>
            <a:headEnd type="none" w="sm" len="sm"/>
            <a:tailEnd type="none" w="sm" len="sm"/>
          </a:ln>
        </p:spPr>
      </p:sp>
      <p:sp>
        <p:nvSpPr>
          <p:cNvPr id="37" name="Freeform 3">
            <a:extLst>
              <a:ext uri="{FF2B5EF4-FFF2-40B4-BE49-F238E27FC236}">
                <a16:creationId xmlns:a16="http://schemas.microsoft.com/office/drawing/2014/main" id="{EFD1FED7-ADF5-4C78-AD5D-7C2681EF398D}"/>
              </a:ext>
            </a:extLst>
          </p:cNvPr>
          <p:cNvSpPr/>
          <p:nvPr/>
        </p:nvSpPr>
        <p:spPr>
          <a:xfrm rot="16200000">
            <a:off x="-14420"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sp>
      <p:sp>
        <p:nvSpPr>
          <p:cNvPr id="38" name="Freeform 2">
            <a:extLst>
              <a:ext uri="{FF2B5EF4-FFF2-40B4-BE49-F238E27FC236}">
                <a16:creationId xmlns:a16="http://schemas.microsoft.com/office/drawing/2014/main" id="{6BA313D8-AD26-4F72-A65A-FED1992D65AD}"/>
              </a:ext>
            </a:extLst>
          </p:cNvPr>
          <p:cNvSpPr/>
          <p:nvPr/>
        </p:nvSpPr>
        <p:spPr>
          <a:xfrm>
            <a:off x="10793526"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sp>
      <p:grpSp>
        <p:nvGrpSpPr>
          <p:cNvPr id="40" name="Group 10">
            <a:extLst>
              <a:ext uri="{FF2B5EF4-FFF2-40B4-BE49-F238E27FC236}">
                <a16:creationId xmlns:a16="http://schemas.microsoft.com/office/drawing/2014/main" id="{97D038BF-F23C-45BC-87C4-BEE31E01C8A8}"/>
              </a:ext>
            </a:extLst>
          </p:cNvPr>
          <p:cNvGrpSpPr/>
          <p:nvPr/>
        </p:nvGrpSpPr>
        <p:grpSpPr>
          <a:xfrm>
            <a:off x="5711802" y="273885"/>
            <a:ext cx="827813" cy="349977"/>
            <a:chOff x="0" y="0"/>
            <a:chExt cx="1655627" cy="699955"/>
          </a:xfrm>
        </p:grpSpPr>
        <p:grpSp>
          <p:nvGrpSpPr>
            <p:cNvPr id="41" name="Group 11">
              <a:extLst>
                <a:ext uri="{FF2B5EF4-FFF2-40B4-BE49-F238E27FC236}">
                  <a16:creationId xmlns:a16="http://schemas.microsoft.com/office/drawing/2014/main" id="{6A44B539-1784-4CBF-8E8C-7A5C85AA9AA2}"/>
                </a:ext>
              </a:extLst>
            </p:cNvPr>
            <p:cNvGrpSpPr/>
            <p:nvPr/>
          </p:nvGrpSpPr>
          <p:grpSpPr>
            <a:xfrm>
              <a:off x="460624" y="0"/>
              <a:ext cx="734379" cy="699955"/>
              <a:chOff x="0" y="0"/>
              <a:chExt cx="812800" cy="774700"/>
            </a:xfrm>
          </p:grpSpPr>
          <p:sp>
            <p:nvSpPr>
              <p:cNvPr id="48" name="Freeform 12">
                <a:extLst>
                  <a:ext uri="{FF2B5EF4-FFF2-40B4-BE49-F238E27FC236}">
                    <a16:creationId xmlns:a16="http://schemas.microsoft.com/office/drawing/2014/main" id="{D11A7EBD-B40B-4835-A9BA-9E45C1446B7E}"/>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9" name="TextBox 13">
                <a:extLst>
                  <a:ext uri="{FF2B5EF4-FFF2-40B4-BE49-F238E27FC236}">
                    <a16:creationId xmlns:a16="http://schemas.microsoft.com/office/drawing/2014/main" id="{D8930005-5F84-43CB-98E7-0501A7B725DF}"/>
                  </a:ext>
                </a:extLst>
              </p:cNvPr>
              <p:cNvSpPr txBox="1"/>
              <p:nvPr/>
            </p:nvSpPr>
            <p:spPr>
              <a:xfrm>
                <a:off x="228600" y="228600"/>
                <a:ext cx="355600" cy="381000"/>
              </a:xfrm>
              <a:prstGeom prst="rect">
                <a:avLst/>
              </a:prstGeom>
            </p:spPr>
            <p:txBody>
              <a:bodyPr lIns="27455" tIns="27455" rIns="27455" bIns="27455" rtlCol="0" anchor="ctr"/>
              <a:lstStyle/>
              <a:p>
                <a:pPr algn="ctr" defTabSz="609630">
                  <a:lnSpc>
                    <a:spcPts val="1773"/>
                  </a:lnSpc>
                </a:pPr>
                <a:endParaRPr sz="1200">
                  <a:solidFill>
                    <a:prstClr val="black"/>
                  </a:solidFill>
                  <a:latin typeface="Calibri"/>
                </a:endParaRPr>
              </a:p>
            </p:txBody>
          </p:sp>
        </p:grpSp>
        <p:grpSp>
          <p:nvGrpSpPr>
            <p:cNvPr id="42" name="Group 14">
              <a:extLst>
                <a:ext uri="{FF2B5EF4-FFF2-40B4-BE49-F238E27FC236}">
                  <a16:creationId xmlns:a16="http://schemas.microsoft.com/office/drawing/2014/main" id="{B5EF0A7C-C9EA-48C8-A239-110AFF7F5AD7}"/>
                </a:ext>
              </a:extLst>
            </p:cNvPr>
            <p:cNvGrpSpPr/>
            <p:nvPr/>
          </p:nvGrpSpPr>
          <p:grpSpPr>
            <a:xfrm>
              <a:off x="1195003" y="260923"/>
              <a:ext cx="460624" cy="439032"/>
              <a:chOff x="0" y="0"/>
              <a:chExt cx="812800" cy="774700"/>
            </a:xfrm>
          </p:grpSpPr>
          <p:sp>
            <p:nvSpPr>
              <p:cNvPr id="46" name="Freeform 15">
                <a:extLst>
                  <a:ext uri="{FF2B5EF4-FFF2-40B4-BE49-F238E27FC236}">
                    <a16:creationId xmlns:a16="http://schemas.microsoft.com/office/drawing/2014/main" id="{E49DFB2E-274F-4759-9EDA-04BDC62ADD75}"/>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7" name="TextBox 16">
                <a:extLst>
                  <a:ext uri="{FF2B5EF4-FFF2-40B4-BE49-F238E27FC236}">
                    <a16:creationId xmlns:a16="http://schemas.microsoft.com/office/drawing/2014/main" id="{EB6D8E6E-DC80-4BF9-BA10-D3E245A22780}"/>
                  </a:ext>
                </a:extLst>
              </p:cNvPr>
              <p:cNvSpPr txBox="1"/>
              <p:nvPr/>
            </p:nvSpPr>
            <p:spPr>
              <a:xfrm>
                <a:off x="228600" y="228600"/>
                <a:ext cx="355600" cy="381000"/>
              </a:xfrm>
              <a:prstGeom prst="rect">
                <a:avLst/>
              </a:prstGeom>
            </p:spPr>
            <p:txBody>
              <a:bodyPr lIns="27455" tIns="27455" rIns="27455" bIns="27455" rtlCol="0" anchor="ctr"/>
              <a:lstStyle/>
              <a:p>
                <a:pPr algn="ctr" defTabSz="609630">
                  <a:lnSpc>
                    <a:spcPts val="1773"/>
                  </a:lnSpc>
                </a:pPr>
                <a:endParaRPr sz="1200">
                  <a:solidFill>
                    <a:prstClr val="black"/>
                  </a:solidFill>
                  <a:latin typeface="Calibri"/>
                </a:endParaRPr>
              </a:p>
            </p:txBody>
          </p:sp>
        </p:grpSp>
        <p:grpSp>
          <p:nvGrpSpPr>
            <p:cNvPr id="43" name="Group 17">
              <a:extLst>
                <a:ext uri="{FF2B5EF4-FFF2-40B4-BE49-F238E27FC236}">
                  <a16:creationId xmlns:a16="http://schemas.microsoft.com/office/drawing/2014/main" id="{091415D7-8B5B-446D-B828-46E561E1AE88}"/>
                </a:ext>
              </a:extLst>
            </p:cNvPr>
            <p:cNvGrpSpPr/>
            <p:nvPr/>
          </p:nvGrpSpPr>
          <p:grpSpPr>
            <a:xfrm>
              <a:off x="0" y="260923"/>
              <a:ext cx="460624" cy="439032"/>
              <a:chOff x="0" y="0"/>
              <a:chExt cx="812800" cy="774700"/>
            </a:xfrm>
          </p:grpSpPr>
          <p:sp>
            <p:nvSpPr>
              <p:cNvPr id="44" name="Freeform 18">
                <a:extLst>
                  <a:ext uri="{FF2B5EF4-FFF2-40B4-BE49-F238E27FC236}">
                    <a16:creationId xmlns:a16="http://schemas.microsoft.com/office/drawing/2014/main" id="{753AD485-BCCA-4A45-B8BC-1F5CDB5C5F81}"/>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5" name="TextBox 19">
                <a:extLst>
                  <a:ext uri="{FF2B5EF4-FFF2-40B4-BE49-F238E27FC236}">
                    <a16:creationId xmlns:a16="http://schemas.microsoft.com/office/drawing/2014/main" id="{62F6BB71-4EE3-4F62-AB8B-E8B1661FBA7D}"/>
                  </a:ext>
                </a:extLst>
              </p:cNvPr>
              <p:cNvSpPr txBox="1"/>
              <p:nvPr/>
            </p:nvSpPr>
            <p:spPr>
              <a:xfrm>
                <a:off x="228600" y="228600"/>
                <a:ext cx="355600" cy="381000"/>
              </a:xfrm>
              <a:prstGeom prst="rect">
                <a:avLst/>
              </a:prstGeom>
            </p:spPr>
            <p:txBody>
              <a:bodyPr lIns="27455" tIns="27455" rIns="27455" bIns="27455" rtlCol="0" anchor="ctr"/>
              <a:lstStyle/>
              <a:p>
                <a:pPr algn="ctr" defTabSz="609630">
                  <a:lnSpc>
                    <a:spcPts val="1773"/>
                  </a:lnSpc>
                </a:pPr>
                <a:endParaRPr sz="1200">
                  <a:solidFill>
                    <a:prstClr val="black"/>
                  </a:solidFill>
                  <a:latin typeface="Calibri"/>
                </a:endParaRPr>
              </a:p>
            </p:txBody>
          </p:sp>
        </p:grpSp>
      </p:grpSp>
    </p:spTree>
    <p:extLst>
      <p:ext uri="{BB962C8B-B14F-4D97-AF65-F5344CB8AC3E}">
        <p14:creationId xmlns:p14="http://schemas.microsoft.com/office/powerpoint/2010/main" val="39758271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200" fill="hold"/>
                                        <p:tgtEl>
                                          <p:spTgt spid="6"/>
                                        </p:tgtEl>
                                        <p:attrNameLst>
                                          <p:attrName>ppt_w</p:attrName>
                                        </p:attrNameLst>
                                      </p:cBhvr>
                                      <p:tavLst>
                                        <p:tav tm="0">
                                          <p:val>
                                            <p:fltVal val="0"/>
                                          </p:val>
                                        </p:tav>
                                        <p:tav tm="100000">
                                          <p:val>
                                            <p:strVal val="#ppt_w"/>
                                          </p:val>
                                        </p:tav>
                                      </p:tavLst>
                                    </p:anim>
                                    <p:anim calcmode="lin" valueType="num">
                                      <p:cBhvr>
                                        <p:cTn id="8" dur="200" fill="hold"/>
                                        <p:tgtEl>
                                          <p:spTgt spid="6"/>
                                        </p:tgtEl>
                                        <p:attrNameLst>
                                          <p:attrName>ppt_h</p:attrName>
                                        </p:attrNameLst>
                                      </p:cBhvr>
                                      <p:tavLst>
                                        <p:tav tm="0">
                                          <p:val>
                                            <p:fltVal val="0"/>
                                          </p:val>
                                        </p:tav>
                                        <p:tav tm="100000">
                                          <p:val>
                                            <p:strVal val="#ppt_h"/>
                                          </p:val>
                                        </p:tav>
                                      </p:tavLst>
                                    </p:anim>
                                    <p:animEffect transition="in" filter="fade">
                                      <p:cBhvr>
                                        <p:cTn id="9" dur="200"/>
                                        <p:tgtEl>
                                          <p:spTgt spid="6"/>
                                        </p:tgtEl>
                                      </p:cBhvr>
                                    </p:animEffect>
                                  </p:childTnLst>
                                </p:cTn>
                              </p:par>
                              <p:par>
                                <p:cTn id="10" presetID="53" presetClass="entr" presetSubtype="16"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300" fill="hold"/>
                                        <p:tgtEl>
                                          <p:spTgt spid="9"/>
                                        </p:tgtEl>
                                        <p:attrNameLst>
                                          <p:attrName>ppt_w</p:attrName>
                                        </p:attrNameLst>
                                      </p:cBhvr>
                                      <p:tavLst>
                                        <p:tav tm="0">
                                          <p:val>
                                            <p:fltVal val="0"/>
                                          </p:val>
                                        </p:tav>
                                        <p:tav tm="100000">
                                          <p:val>
                                            <p:strVal val="#ppt_w"/>
                                          </p:val>
                                        </p:tav>
                                      </p:tavLst>
                                    </p:anim>
                                    <p:anim calcmode="lin" valueType="num">
                                      <p:cBhvr>
                                        <p:cTn id="13" dur="300" fill="hold"/>
                                        <p:tgtEl>
                                          <p:spTgt spid="9"/>
                                        </p:tgtEl>
                                        <p:attrNameLst>
                                          <p:attrName>ppt_h</p:attrName>
                                        </p:attrNameLst>
                                      </p:cBhvr>
                                      <p:tavLst>
                                        <p:tav tm="0">
                                          <p:val>
                                            <p:fltVal val="0"/>
                                          </p:val>
                                        </p:tav>
                                        <p:tav tm="100000">
                                          <p:val>
                                            <p:strVal val="#ppt_h"/>
                                          </p:val>
                                        </p:tav>
                                      </p:tavLst>
                                    </p:anim>
                                    <p:animEffect transition="in" filter="fade">
                                      <p:cBhvr>
                                        <p:cTn id="14" dur="300"/>
                                        <p:tgtEl>
                                          <p:spTgt spid="9"/>
                                        </p:tgtEl>
                                      </p:cBhvr>
                                    </p:animEffect>
                                  </p:childTnLst>
                                </p:cTn>
                              </p:par>
                              <p:par>
                                <p:cTn id="15" presetID="53" presetClass="entr" presetSubtype="16"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400" fill="hold"/>
                                        <p:tgtEl>
                                          <p:spTgt spid="7"/>
                                        </p:tgtEl>
                                        <p:attrNameLst>
                                          <p:attrName>ppt_w</p:attrName>
                                        </p:attrNameLst>
                                      </p:cBhvr>
                                      <p:tavLst>
                                        <p:tav tm="0">
                                          <p:val>
                                            <p:fltVal val="0"/>
                                          </p:val>
                                        </p:tav>
                                        <p:tav tm="100000">
                                          <p:val>
                                            <p:strVal val="#ppt_w"/>
                                          </p:val>
                                        </p:tav>
                                      </p:tavLst>
                                    </p:anim>
                                    <p:anim calcmode="lin" valueType="num">
                                      <p:cBhvr>
                                        <p:cTn id="18" dur="400" fill="hold"/>
                                        <p:tgtEl>
                                          <p:spTgt spid="7"/>
                                        </p:tgtEl>
                                        <p:attrNameLst>
                                          <p:attrName>ppt_h</p:attrName>
                                        </p:attrNameLst>
                                      </p:cBhvr>
                                      <p:tavLst>
                                        <p:tav tm="0">
                                          <p:val>
                                            <p:fltVal val="0"/>
                                          </p:val>
                                        </p:tav>
                                        <p:tav tm="100000">
                                          <p:val>
                                            <p:strVal val="#ppt_h"/>
                                          </p:val>
                                        </p:tav>
                                      </p:tavLst>
                                    </p:anim>
                                    <p:animEffect transition="in" filter="fade">
                                      <p:cBhvr>
                                        <p:cTn id="19" dur="400"/>
                                        <p:tgtEl>
                                          <p:spTgt spid="7"/>
                                        </p:tgtEl>
                                      </p:cBhvr>
                                    </p:animEffect>
                                  </p:childTnLst>
                                </p:cTn>
                              </p:par>
                              <p:par>
                                <p:cTn id="20" presetID="8" presetClass="emph" presetSubtype="0" repeatCount="indefinite" fill="hold" grpId="0" nodeType="withEffect">
                                  <p:stCondLst>
                                    <p:cond delay="0"/>
                                  </p:stCondLst>
                                  <p:childTnLst>
                                    <p:animRot by="21600000">
                                      <p:cBhvr>
                                        <p:cTn id="21" dur="700" fill="hold"/>
                                        <p:tgtEl>
                                          <p:spTgt spid="16"/>
                                        </p:tgtEl>
                                        <p:attrNameLst>
                                          <p:attrName>r</p:attrName>
                                        </p:attrNameLst>
                                      </p:cBhvr>
                                    </p:animRot>
                                  </p:childTnLst>
                                </p:cTn>
                              </p:par>
                              <p:par>
                                <p:cTn id="22" presetID="53" presetClass="entr" presetSubtype="16" fill="hold" nodeType="withEffect">
                                  <p:stCondLst>
                                    <p:cond delay="0"/>
                                  </p:stCondLst>
                                  <p:childTnLst>
                                    <p:set>
                                      <p:cBhvr>
                                        <p:cTn id="23" dur="1" fill="hold">
                                          <p:stCondLst>
                                            <p:cond delay="0"/>
                                          </p:stCondLst>
                                        </p:cTn>
                                        <p:tgtEl>
                                          <p:spTgt spid="32"/>
                                        </p:tgtEl>
                                        <p:attrNameLst>
                                          <p:attrName>style.visibility</p:attrName>
                                        </p:attrNameLst>
                                      </p:cBhvr>
                                      <p:to>
                                        <p:strVal val="visible"/>
                                      </p:to>
                                    </p:set>
                                    <p:anim calcmode="lin" valueType="num">
                                      <p:cBhvr>
                                        <p:cTn id="24" dur="500" fill="hold"/>
                                        <p:tgtEl>
                                          <p:spTgt spid="32"/>
                                        </p:tgtEl>
                                        <p:attrNameLst>
                                          <p:attrName>ppt_w</p:attrName>
                                        </p:attrNameLst>
                                      </p:cBhvr>
                                      <p:tavLst>
                                        <p:tav tm="0">
                                          <p:val>
                                            <p:fltVal val="0"/>
                                          </p:val>
                                        </p:tav>
                                        <p:tav tm="100000">
                                          <p:val>
                                            <p:strVal val="#ppt_w"/>
                                          </p:val>
                                        </p:tav>
                                      </p:tavLst>
                                    </p:anim>
                                    <p:anim calcmode="lin" valueType="num">
                                      <p:cBhvr>
                                        <p:cTn id="25" dur="500" fill="hold"/>
                                        <p:tgtEl>
                                          <p:spTgt spid="32"/>
                                        </p:tgtEl>
                                        <p:attrNameLst>
                                          <p:attrName>ppt_h</p:attrName>
                                        </p:attrNameLst>
                                      </p:cBhvr>
                                      <p:tavLst>
                                        <p:tav tm="0">
                                          <p:val>
                                            <p:fltVal val="0"/>
                                          </p:val>
                                        </p:tav>
                                        <p:tav tm="100000">
                                          <p:val>
                                            <p:strVal val="#ppt_h"/>
                                          </p:val>
                                        </p:tav>
                                      </p:tavLst>
                                    </p:anim>
                                    <p:animEffect transition="in" filter="fade">
                                      <p:cBhvr>
                                        <p:cTn id="2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7" restart="whenNotActive" fill="hold" evtFilter="cancelBubble" nodeType="interactiveSeq">
                <p:stCondLst>
                  <p:cond evt="onClick" delay="0">
                    <p:tgtEl>
                      <p:spTgt spid="6"/>
                    </p:tgtEl>
                  </p:cond>
                </p:stCondLst>
                <p:endSync evt="end" delay="0">
                  <p:rtn val="all"/>
                </p:endSync>
                <p:childTnLst>
                  <p:par>
                    <p:cTn id="28" fill="hold">
                      <p:stCondLst>
                        <p:cond delay="0"/>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59"/>
                                        </p:tgtEl>
                                        <p:attrNameLst>
                                          <p:attrName>style.visibility</p:attrName>
                                        </p:attrNameLst>
                                      </p:cBhvr>
                                      <p:to>
                                        <p:strVal val="visible"/>
                                      </p:to>
                                    </p:set>
                                    <p:anim calcmode="lin" valueType="num">
                                      <p:cBhvr>
                                        <p:cTn id="32" dur="700" fill="hold"/>
                                        <p:tgtEl>
                                          <p:spTgt spid="59"/>
                                        </p:tgtEl>
                                        <p:attrNameLst>
                                          <p:attrName>ppt_w</p:attrName>
                                        </p:attrNameLst>
                                      </p:cBhvr>
                                      <p:tavLst>
                                        <p:tav tm="0">
                                          <p:val>
                                            <p:fltVal val="0"/>
                                          </p:val>
                                        </p:tav>
                                        <p:tav tm="100000">
                                          <p:val>
                                            <p:strVal val="#ppt_w"/>
                                          </p:val>
                                        </p:tav>
                                      </p:tavLst>
                                    </p:anim>
                                    <p:anim calcmode="lin" valueType="num">
                                      <p:cBhvr>
                                        <p:cTn id="33" dur="700" fill="hold"/>
                                        <p:tgtEl>
                                          <p:spTgt spid="59"/>
                                        </p:tgtEl>
                                        <p:attrNameLst>
                                          <p:attrName>ppt_h</p:attrName>
                                        </p:attrNameLst>
                                      </p:cBhvr>
                                      <p:tavLst>
                                        <p:tav tm="0">
                                          <p:val>
                                            <p:fltVal val="0"/>
                                          </p:val>
                                        </p:tav>
                                        <p:tav tm="100000">
                                          <p:val>
                                            <p:strVal val="#ppt_h"/>
                                          </p:val>
                                        </p:tav>
                                      </p:tavLst>
                                    </p:anim>
                                    <p:animEffect transition="in" filter="fade">
                                      <p:cBhvr>
                                        <p:cTn id="34" dur="700"/>
                                        <p:tgtEl>
                                          <p:spTgt spid="59"/>
                                        </p:tgtEl>
                                      </p:cBhvr>
                                    </p:animEffect>
                                  </p:childTnLst>
                                </p:cTn>
                              </p:par>
                              <p:par>
                                <p:cTn id="35" presetID="42" presetClass="path" presetSubtype="0" accel="50000" decel="50000" fill="hold" nodeType="withEffect">
                                  <p:stCondLst>
                                    <p:cond delay="100"/>
                                  </p:stCondLst>
                                  <p:childTnLst>
                                    <p:animMotion origin="layout" path="M 0.00034 0.0108 L 0.37829 0.35879 " pathEditMode="relative" rAng="0" ptsTypes="AA">
                                      <p:cBhvr>
                                        <p:cTn id="36" dur="1900" spd="-100000" fill="hold"/>
                                        <p:tgtEl>
                                          <p:spTgt spid="59"/>
                                        </p:tgtEl>
                                        <p:attrNameLst>
                                          <p:attrName>ppt_x</p:attrName>
                                          <p:attrName>ppt_y</p:attrName>
                                        </p:attrNameLst>
                                      </p:cBhvr>
                                      <p:rCtr x="18898" y="17392"/>
                                    </p:animMotion>
                                  </p:childTnLst>
                                </p:cTn>
                              </p:par>
                              <p:par>
                                <p:cTn id="37" presetID="53" presetClass="entr" presetSubtype="16" fill="hold" nodeType="withEffect">
                                  <p:stCondLst>
                                    <p:cond delay="0"/>
                                  </p:stCondLst>
                                  <p:childTnLst>
                                    <p:set>
                                      <p:cBhvr>
                                        <p:cTn id="38" dur="1" fill="hold">
                                          <p:stCondLst>
                                            <p:cond delay="0"/>
                                          </p:stCondLst>
                                        </p:cTn>
                                        <p:tgtEl>
                                          <p:spTgt spid="61"/>
                                        </p:tgtEl>
                                        <p:attrNameLst>
                                          <p:attrName>style.visibility</p:attrName>
                                        </p:attrNameLst>
                                      </p:cBhvr>
                                      <p:to>
                                        <p:strVal val="visible"/>
                                      </p:to>
                                    </p:set>
                                    <p:anim calcmode="lin" valueType="num">
                                      <p:cBhvr>
                                        <p:cTn id="39" dur="500" fill="hold"/>
                                        <p:tgtEl>
                                          <p:spTgt spid="61"/>
                                        </p:tgtEl>
                                        <p:attrNameLst>
                                          <p:attrName>ppt_w</p:attrName>
                                        </p:attrNameLst>
                                      </p:cBhvr>
                                      <p:tavLst>
                                        <p:tav tm="0">
                                          <p:val>
                                            <p:fltVal val="0"/>
                                          </p:val>
                                        </p:tav>
                                        <p:tav tm="100000">
                                          <p:val>
                                            <p:strVal val="#ppt_w"/>
                                          </p:val>
                                        </p:tav>
                                      </p:tavLst>
                                    </p:anim>
                                    <p:anim calcmode="lin" valueType="num">
                                      <p:cBhvr>
                                        <p:cTn id="40" dur="500" fill="hold"/>
                                        <p:tgtEl>
                                          <p:spTgt spid="61"/>
                                        </p:tgtEl>
                                        <p:attrNameLst>
                                          <p:attrName>ppt_h</p:attrName>
                                        </p:attrNameLst>
                                      </p:cBhvr>
                                      <p:tavLst>
                                        <p:tav tm="0">
                                          <p:val>
                                            <p:fltVal val="0"/>
                                          </p:val>
                                        </p:tav>
                                        <p:tav tm="100000">
                                          <p:val>
                                            <p:strVal val="#ppt_h"/>
                                          </p:val>
                                        </p:tav>
                                      </p:tavLst>
                                    </p:anim>
                                    <p:animEffect transition="in" filter="fade">
                                      <p:cBhvr>
                                        <p:cTn id="41" dur="500"/>
                                        <p:tgtEl>
                                          <p:spTgt spid="61"/>
                                        </p:tgtEl>
                                      </p:cBhvr>
                                    </p:animEffect>
                                  </p:childTnLst>
                                </p:cTn>
                              </p:par>
                              <p:par>
                                <p:cTn id="42" presetID="42" presetClass="path" presetSubtype="0" accel="50000" decel="50000" fill="hold" nodeType="withEffect">
                                  <p:stCondLst>
                                    <p:cond delay="0"/>
                                  </p:stCondLst>
                                  <p:childTnLst>
                                    <p:animMotion origin="layout" path="M 2.77778E-6 -8.64198E-7 L 0.19253 0.33781 " pathEditMode="relative" rAng="0" ptsTypes="AA">
                                      <p:cBhvr>
                                        <p:cTn id="43" dur="2000" spd="-100000" fill="hold"/>
                                        <p:tgtEl>
                                          <p:spTgt spid="61"/>
                                        </p:tgtEl>
                                        <p:attrNameLst>
                                          <p:attrName>ppt_x</p:attrName>
                                          <p:attrName>ppt_y</p:attrName>
                                        </p:attrNameLst>
                                      </p:cBhvr>
                                      <p:rCtr x="9627" y="16883"/>
                                    </p:animMotion>
                                  </p:childTnLst>
                                </p:cTn>
                              </p:par>
                              <p:par>
                                <p:cTn id="44" presetID="6" presetClass="emph" presetSubtype="0" accel="50000" decel="50000" autoRev="1" fill="hold" nodeType="withEffect">
                                  <p:stCondLst>
                                    <p:cond delay="0"/>
                                  </p:stCondLst>
                                  <p:childTnLst>
                                    <p:animScale>
                                      <p:cBhvr>
                                        <p:cTn id="45" dur="200" fill="hold"/>
                                        <p:tgtEl>
                                          <p:spTgt spid="6"/>
                                        </p:tgtEl>
                                      </p:cBhvr>
                                      <p:by x="90000" y="90000"/>
                                    </p:animScale>
                                  </p:childTnLst>
                                </p:cTn>
                              </p:par>
                            </p:childTnLst>
                          </p:cTn>
                        </p:par>
                      </p:childTnLst>
                    </p:cTn>
                  </p:par>
                  <p:par>
                    <p:cTn id="46" fill="hold">
                      <p:stCondLst>
                        <p:cond delay="indefinite"/>
                      </p:stCondLst>
                      <p:childTnLst>
                        <p:par>
                          <p:cTn id="47" fill="hold">
                            <p:stCondLst>
                              <p:cond delay="0"/>
                            </p:stCondLst>
                            <p:childTnLst>
                              <p:par>
                                <p:cTn id="48" presetID="53" presetClass="exit" presetSubtype="32" fill="hold" nodeType="clickEffect">
                                  <p:stCondLst>
                                    <p:cond delay="0"/>
                                  </p:stCondLst>
                                  <p:childTnLst>
                                    <p:anim calcmode="lin" valueType="num">
                                      <p:cBhvr>
                                        <p:cTn id="49" dur="700"/>
                                        <p:tgtEl>
                                          <p:spTgt spid="59"/>
                                        </p:tgtEl>
                                        <p:attrNameLst>
                                          <p:attrName>ppt_w</p:attrName>
                                        </p:attrNameLst>
                                      </p:cBhvr>
                                      <p:tavLst>
                                        <p:tav tm="0">
                                          <p:val>
                                            <p:strVal val="ppt_w"/>
                                          </p:val>
                                        </p:tav>
                                        <p:tav tm="100000">
                                          <p:val>
                                            <p:fltVal val="0"/>
                                          </p:val>
                                        </p:tav>
                                      </p:tavLst>
                                    </p:anim>
                                    <p:anim calcmode="lin" valueType="num">
                                      <p:cBhvr>
                                        <p:cTn id="50" dur="700"/>
                                        <p:tgtEl>
                                          <p:spTgt spid="59"/>
                                        </p:tgtEl>
                                        <p:attrNameLst>
                                          <p:attrName>ppt_h</p:attrName>
                                        </p:attrNameLst>
                                      </p:cBhvr>
                                      <p:tavLst>
                                        <p:tav tm="0">
                                          <p:val>
                                            <p:strVal val="ppt_h"/>
                                          </p:val>
                                        </p:tav>
                                        <p:tav tm="100000">
                                          <p:val>
                                            <p:fltVal val="0"/>
                                          </p:val>
                                        </p:tav>
                                      </p:tavLst>
                                    </p:anim>
                                    <p:animEffect transition="out" filter="fade">
                                      <p:cBhvr>
                                        <p:cTn id="51" dur="700"/>
                                        <p:tgtEl>
                                          <p:spTgt spid="59"/>
                                        </p:tgtEl>
                                      </p:cBhvr>
                                    </p:animEffect>
                                    <p:set>
                                      <p:cBhvr>
                                        <p:cTn id="52" dur="1" fill="hold">
                                          <p:stCondLst>
                                            <p:cond delay="699"/>
                                          </p:stCondLst>
                                        </p:cTn>
                                        <p:tgtEl>
                                          <p:spTgt spid="59"/>
                                        </p:tgtEl>
                                        <p:attrNameLst>
                                          <p:attrName>style.visibility</p:attrName>
                                        </p:attrNameLst>
                                      </p:cBhvr>
                                      <p:to>
                                        <p:strVal val="hidden"/>
                                      </p:to>
                                    </p:set>
                                  </p:childTnLst>
                                </p:cTn>
                              </p:par>
                              <p:par>
                                <p:cTn id="53" presetID="42" presetClass="path" presetSubtype="0" accel="50000" decel="50000" fill="hold" nodeType="withEffect">
                                  <p:stCondLst>
                                    <p:cond delay="0"/>
                                  </p:stCondLst>
                                  <p:childTnLst>
                                    <p:animMotion origin="layout" path="M 4.86111E-6 3.58025E-6 L 0.38628 0.3287 " pathEditMode="relative" rAng="0" ptsTypes="AA">
                                      <p:cBhvr>
                                        <p:cTn id="54" dur="700" fill="hold"/>
                                        <p:tgtEl>
                                          <p:spTgt spid="59"/>
                                        </p:tgtEl>
                                        <p:attrNameLst>
                                          <p:attrName>ppt_x</p:attrName>
                                          <p:attrName>ppt_y</p:attrName>
                                        </p:attrNameLst>
                                      </p:cBhvr>
                                      <p:rCtr x="19314" y="16435"/>
                                    </p:animMotion>
                                  </p:childTnLst>
                                </p:cTn>
                              </p:par>
                              <p:par>
                                <p:cTn id="55" presetID="53" presetClass="exit" presetSubtype="32" fill="hold" nodeType="withEffect">
                                  <p:stCondLst>
                                    <p:cond delay="0"/>
                                  </p:stCondLst>
                                  <p:childTnLst>
                                    <p:anim calcmode="lin" valueType="num">
                                      <p:cBhvr>
                                        <p:cTn id="56" dur="700"/>
                                        <p:tgtEl>
                                          <p:spTgt spid="61"/>
                                        </p:tgtEl>
                                        <p:attrNameLst>
                                          <p:attrName>ppt_w</p:attrName>
                                        </p:attrNameLst>
                                      </p:cBhvr>
                                      <p:tavLst>
                                        <p:tav tm="0">
                                          <p:val>
                                            <p:strVal val="ppt_w"/>
                                          </p:val>
                                        </p:tav>
                                        <p:tav tm="100000">
                                          <p:val>
                                            <p:fltVal val="0"/>
                                          </p:val>
                                        </p:tav>
                                      </p:tavLst>
                                    </p:anim>
                                    <p:anim calcmode="lin" valueType="num">
                                      <p:cBhvr>
                                        <p:cTn id="57" dur="700"/>
                                        <p:tgtEl>
                                          <p:spTgt spid="61"/>
                                        </p:tgtEl>
                                        <p:attrNameLst>
                                          <p:attrName>ppt_h</p:attrName>
                                        </p:attrNameLst>
                                      </p:cBhvr>
                                      <p:tavLst>
                                        <p:tav tm="0">
                                          <p:val>
                                            <p:strVal val="ppt_h"/>
                                          </p:val>
                                        </p:tav>
                                        <p:tav tm="100000">
                                          <p:val>
                                            <p:fltVal val="0"/>
                                          </p:val>
                                        </p:tav>
                                      </p:tavLst>
                                    </p:anim>
                                    <p:animEffect transition="out" filter="fade">
                                      <p:cBhvr>
                                        <p:cTn id="58" dur="700"/>
                                        <p:tgtEl>
                                          <p:spTgt spid="61"/>
                                        </p:tgtEl>
                                      </p:cBhvr>
                                    </p:animEffect>
                                    <p:set>
                                      <p:cBhvr>
                                        <p:cTn id="59" dur="1" fill="hold">
                                          <p:stCondLst>
                                            <p:cond delay="699"/>
                                          </p:stCondLst>
                                        </p:cTn>
                                        <p:tgtEl>
                                          <p:spTgt spid="61"/>
                                        </p:tgtEl>
                                        <p:attrNameLst>
                                          <p:attrName>style.visibility</p:attrName>
                                        </p:attrNameLst>
                                      </p:cBhvr>
                                      <p:to>
                                        <p:strVal val="hidden"/>
                                      </p:to>
                                    </p:set>
                                  </p:childTnLst>
                                </p:cTn>
                              </p:par>
                              <p:par>
                                <p:cTn id="60" presetID="42" presetClass="path" presetSubtype="0" accel="50000" decel="50000" fill="hold" nodeType="withEffect">
                                  <p:stCondLst>
                                    <p:cond delay="0"/>
                                  </p:stCondLst>
                                  <p:childTnLst>
                                    <p:animMotion origin="layout" path="M 2.77778E-6 -8.64198E-7 L 0.20781 0.26173 " pathEditMode="relative" rAng="0" ptsTypes="AA">
                                      <p:cBhvr>
                                        <p:cTn id="61" dur="700" fill="hold"/>
                                        <p:tgtEl>
                                          <p:spTgt spid="61"/>
                                        </p:tgtEl>
                                        <p:attrNameLst>
                                          <p:attrName>ppt_x</p:attrName>
                                          <p:attrName>ppt_y</p:attrName>
                                        </p:attrNameLst>
                                      </p:cBhvr>
                                      <p:rCtr x="10391" y="13086"/>
                                    </p:animMotion>
                                  </p:childTnLst>
                                </p:cTn>
                              </p:par>
                              <p:par>
                                <p:cTn id="62" presetID="6" presetClass="emph" presetSubtype="0" accel="5000" decel="5000" autoRev="1" fill="hold" nodeType="withEffect">
                                  <p:stCondLst>
                                    <p:cond delay="0"/>
                                  </p:stCondLst>
                                  <p:childTnLst>
                                    <p:animScale>
                                      <p:cBhvr>
                                        <p:cTn id="63" dur="200" fill="hold"/>
                                        <p:tgtEl>
                                          <p:spTgt spid="6"/>
                                        </p:tgtEl>
                                      </p:cBhvr>
                                      <p:by x="90000" y="90000"/>
                                    </p:animScale>
                                  </p:childTnLst>
                                </p:cTn>
                              </p:par>
                            </p:childTnLst>
                          </p:cTn>
                        </p:par>
                      </p:childTnLst>
                    </p:cTn>
                  </p:par>
                </p:childTnLst>
              </p:cTn>
              <p:nextCondLst>
                <p:cond evt="onClick" delay="0">
                  <p:tgtEl>
                    <p:spTgt spid="6"/>
                  </p:tgtEl>
                </p:cond>
              </p:nextCondLst>
            </p:seq>
            <p:seq concurrent="1" nextAc="seek">
              <p:cTn id="64" restart="whenNotActive" fill="hold" evtFilter="cancelBubble" nodeType="interactiveSeq">
                <p:stCondLst>
                  <p:cond evt="onClick" delay="0">
                    <p:tgtEl>
                      <p:spTgt spid="9"/>
                    </p:tgtEl>
                  </p:cond>
                </p:stCondLst>
                <p:endSync evt="end" delay="0">
                  <p:rtn val="all"/>
                </p:endSync>
                <p:childTnLst>
                  <p:par>
                    <p:cTn id="65" fill="hold">
                      <p:stCondLst>
                        <p:cond delay="0"/>
                      </p:stCondLst>
                      <p:childTnLst>
                        <p:par>
                          <p:cTn id="66" fill="hold">
                            <p:stCondLst>
                              <p:cond delay="0"/>
                            </p:stCondLst>
                            <p:childTnLst>
                              <p:par>
                                <p:cTn id="67" presetID="53" presetClass="entr" presetSubtype="16" fill="hold" nodeType="clickEffect">
                                  <p:stCondLst>
                                    <p:cond delay="0"/>
                                  </p:stCondLst>
                                  <p:childTnLst>
                                    <p:set>
                                      <p:cBhvr>
                                        <p:cTn id="68" dur="1" fill="hold">
                                          <p:stCondLst>
                                            <p:cond delay="0"/>
                                          </p:stCondLst>
                                        </p:cTn>
                                        <p:tgtEl>
                                          <p:spTgt spid="67"/>
                                        </p:tgtEl>
                                        <p:attrNameLst>
                                          <p:attrName>style.visibility</p:attrName>
                                        </p:attrNameLst>
                                      </p:cBhvr>
                                      <p:to>
                                        <p:strVal val="visible"/>
                                      </p:to>
                                    </p:set>
                                    <p:anim calcmode="lin" valueType="num">
                                      <p:cBhvr>
                                        <p:cTn id="69" dur="500" fill="hold"/>
                                        <p:tgtEl>
                                          <p:spTgt spid="67"/>
                                        </p:tgtEl>
                                        <p:attrNameLst>
                                          <p:attrName>ppt_w</p:attrName>
                                        </p:attrNameLst>
                                      </p:cBhvr>
                                      <p:tavLst>
                                        <p:tav tm="0">
                                          <p:val>
                                            <p:fltVal val="0"/>
                                          </p:val>
                                        </p:tav>
                                        <p:tav tm="100000">
                                          <p:val>
                                            <p:strVal val="#ppt_w"/>
                                          </p:val>
                                        </p:tav>
                                      </p:tavLst>
                                    </p:anim>
                                    <p:anim calcmode="lin" valueType="num">
                                      <p:cBhvr>
                                        <p:cTn id="70" dur="500" fill="hold"/>
                                        <p:tgtEl>
                                          <p:spTgt spid="67"/>
                                        </p:tgtEl>
                                        <p:attrNameLst>
                                          <p:attrName>ppt_h</p:attrName>
                                        </p:attrNameLst>
                                      </p:cBhvr>
                                      <p:tavLst>
                                        <p:tav tm="0">
                                          <p:val>
                                            <p:fltVal val="0"/>
                                          </p:val>
                                        </p:tav>
                                        <p:tav tm="100000">
                                          <p:val>
                                            <p:strVal val="#ppt_h"/>
                                          </p:val>
                                        </p:tav>
                                      </p:tavLst>
                                    </p:anim>
                                    <p:animEffect transition="in" filter="fade">
                                      <p:cBhvr>
                                        <p:cTn id="71" dur="500"/>
                                        <p:tgtEl>
                                          <p:spTgt spid="67"/>
                                        </p:tgtEl>
                                      </p:cBhvr>
                                    </p:animEffect>
                                  </p:childTnLst>
                                </p:cTn>
                              </p:par>
                              <p:par>
                                <p:cTn id="72" presetID="53" presetClass="entr" presetSubtype="16" fill="hold" nodeType="withEffect">
                                  <p:stCondLst>
                                    <p:cond delay="0"/>
                                  </p:stCondLst>
                                  <p:childTnLst>
                                    <p:set>
                                      <p:cBhvr>
                                        <p:cTn id="73" dur="1" fill="hold">
                                          <p:stCondLst>
                                            <p:cond delay="0"/>
                                          </p:stCondLst>
                                        </p:cTn>
                                        <p:tgtEl>
                                          <p:spTgt spid="69"/>
                                        </p:tgtEl>
                                        <p:attrNameLst>
                                          <p:attrName>style.visibility</p:attrName>
                                        </p:attrNameLst>
                                      </p:cBhvr>
                                      <p:to>
                                        <p:strVal val="visible"/>
                                      </p:to>
                                    </p:set>
                                    <p:anim calcmode="lin" valueType="num">
                                      <p:cBhvr>
                                        <p:cTn id="74" dur="500" fill="hold"/>
                                        <p:tgtEl>
                                          <p:spTgt spid="69"/>
                                        </p:tgtEl>
                                        <p:attrNameLst>
                                          <p:attrName>ppt_w</p:attrName>
                                        </p:attrNameLst>
                                      </p:cBhvr>
                                      <p:tavLst>
                                        <p:tav tm="0">
                                          <p:val>
                                            <p:fltVal val="0"/>
                                          </p:val>
                                        </p:tav>
                                        <p:tav tm="100000">
                                          <p:val>
                                            <p:strVal val="#ppt_w"/>
                                          </p:val>
                                        </p:tav>
                                      </p:tavLst>
                                    </p:anim>
                                    <p:anim calcmode="lin" valueType="num">
                                      <p:cBhvr>
                                        <p:cTn id="75" dur="500" fill="hold"/>
                                        <p:tgtEl>
                                          <p:spTgt spid="69"/>
                                        </p:tgtEl>
                                        <p:attrNameLst>
                                          <p:attrName>ppt_h</p:attrName>
                                        </p:attrNameLst>
                                      </p:cBhvr>
                                      <p:tavLst>
                                        <p:tav tm="0">
                                          <p:val>
                                            <p:fltVal val="0"/>
                                          </p:val>
                                        </p:tav>
                                        <p:tav tm="100000">
                                          <p:val>
                                            <p:strVal val="#ppt_h"/>
                                          </p:val>
                                        </p:tav>
                                      </p:tavLst>
                                    </p:anim>
                                    <p:animEffect transition="in" filter="fade">
                                      <p:cBhvr>
                                        <p:cTn id="76" dur="500"/>
                                        <p:tgtEl>
                                          <p:spTgt spid="69"/>
                                        </p:tgtEl>
                                      </p:cBhvr>
                                    </p:animEffect>
                                  </p:childTnLst>
                                </p:cTn>
                              </p:par>
                              <p:par>
                                <p:cTn id="77" presetID="42" presetClass="path" presetSubtype="0" accel="50000" decel="50000" fill="hold" nodeType="withEffect">
                                  <p:stCondLst>
                                    <p:cond delay="0"/>
                                  </p:stCondLst>
                                  <p:childTnLst>
                                    <p:animMotion origin="layout" path="M 3.88889E-6 -2.59259E-6 L 0.39071 -0.22037 " pathEditMode="relative" rAng="0" ptsTypes="AA">
                                      <p:cBhvr>
                                        <p:cTn id="78" dur="700" spd="-100000" fill="hold"/>
                                        <p:tgtEl>
                                          <p:spTgt spid="67"/>
                                        </p:tgtEl>
                                        <p:attrNameLst>
                                          <p:attrName>ppt_x</p:attrName>
                                          <p:attrName>ppt_y</p:attrName>
                                        </p:attrNameLst>
                                      </p:cBhvr>
                                      <p:rCtr x="19531" y="-11019"/>
                                    </p:animMotion>
                                  </p:childTnLst>
                                </p:cTn>
                              </p:par>
                              <p:par>
                                <p:cTn id="79" presetID="42" presetClass="path" presetSubtype="0" accel="50000" decel="50000" fill="hold" nodeType="withEffect">
                                  <p:stCondLst>
                                    <p:cond delay="0"/>
                                  </p:stCondLst>
                                  <p:childTnLst>
                                    <p:animMotion origin="layout" path="M -4.02778E-6 -3.08642E-6 L 0.22709 -0.22083 " pathEditMode="relative" rAng="0" ptsTypes="AA">
                                      <p:cBhvr>
                                        <p:cTn id="80" dur="700" spd="-100000" fill="hold"/>
                                        <p:tgtEl>
                                          <p:spTgt spid="69"/>
                                        </p:tgtEl>
                                        <p:attrNameLst>
                                          <p:attrName>ppt_x</p:attrName>
                                          <p:attrName>ppt_y</p:attrName>
                                        </p:attrNameLst>
                                      </p:cBhvr>
                                      <p:rCtr x="11354" y="-11049"/>
                                    </p:animMotion>
                                  </p:childTnLst>
                                </p:cTn>
                              </p:par>
                              <p:par>
                                <p:cTn id="81" presetID="6" presetClass="emph" presetSubtype="0" accel="50000" decel="50000" autoRev="1" fill="hold" nodeType="withEffect">
                                  <p:stCondLst>
                                    <p:cond delay="0"/>
                                  </p:stCondLst>
                                  <p:childTnLst>
                                    <p:animScale>
                                      <p:cBhvr>
                                        <p:cTn id="82" dur="200" fill="hold"/>
                                        <p:tgtEl>
                                          <p:spTgt spid="9"/>
                                        </p:tgtEl>
                                      </p:cBhvr>
                                      <p:by x="90000" y="90000"/>
                                    </p:animScale>
                                  </p:childTnLst>
                                </p:cTn>
                              </p:par>
                            </p:childTnLst>
                          </p:cTn>
                        </p:par>
                      </p:childTnLst>
                    </p:cTn>
                  </p:par>
                  <p:par>
                    <p:cTn id="83" fill="hold">
                      <p:stCondLst>
                        <p:cond delay="indefinite"/>
                      </p:stCondLst>
                      <p:childTnLst>
                        <p:par>
                          <p:cTn id="84" fill="hold">
                            <p:stCondLst>
                              <p:cond delay="0"/>
                            </p:stCondLst>
                            <p:childTnLst>
                              <p:par>
                                <p:cTn id="85" presetID="53" presetClass="exit" presetSubtype="32" fill="hold" nodeType="clickEffect">
                                  <p:stCondLst>
                                    <p:cond delay="0"/>
                                  </p:stCondLst>
                                  <p:childTnLst>
                                    <p:anim calcmode="lin" valueType="num">
                                      <p:cBhvr>
                                        <p:cTn id="86" dur="700"/>
                                        <p:tgtEl>
                                          <p:spTgt spid="67"/>
                                        </p:tgtEl>
                                        <p:attrNameLst>
                                          <p:attrName>ppt_w</p:attrName>
                                        </p:attrNameLst>
                                      </p:cBhvr>
                                      <p:tavLst>
                                        <p:tav tm="0">
                                          <p:val>
                                            <p:strVal val="ppt_w"/>
                                          </p:val>
                                        </p:tav>
                                        <p:tav tm="100000">
                                          <p:val>
                                            <p:fltVal val="0"/>
                                          </p:val>
                                        </p:tav>
                                      </p:tavLst>
                                    </p:anim>
                                    <p:anim calcmode="lin" valueType="num">
                                      <p:cBhvr>
                                        <p:cTn id="87" dur="700"/>
                                        <p:tgtEl>
                                          <p:spTgt spid="67"/>
                                        </p:tgtEl>
                                        <p:attrNameLst>
                                          <p:attrName>ppt_h</p:attrName>
                                        </p:attrNameLst>
                                      </p:cBhvr>
                                      <p:tavLst>
                                        <p:tav tm="0">
                                          <p:val>
                                            <p:strVal val="ppt_h"/>
                                          </p:val>
                                        </p:tav>
                                        <p:tav tm="100000">
                                          <p:val>
                                            <p:fltVal val="0"/>
                                          </p:val>
                                        </p:tav>
                                      </p:tavLst>
                                    </p:anim>
                                    <p:animEffect transition="out" filter="fade">
                                      <p:cBhvr>
                                        <p:cTn id="88" dur="700"/>
                                        <p:tgtEl>
                                          <p:spTgt spid="67"/>
                                        </p:tgtEl>
                                      </p:cBhvr>
                                    </p:animEffect>
                                    <p:set>
                                      <p:cBhvr>
                                        <p:cTn id="89" dur="1" fill="hold">
                                          <p:stCondLst>
                                            <p:cond delay="699"/>
                                          </p:stCondLst>
                                        </p:cTn>
                                        <p:tgtEl>
                                          <p:spTgt spid="67"/>
                                        </p:tgtEl>
                                        <p:attrNameLst>
                                          <p:attrName>style.visibility</p:attrName>
                                        </p:attrNameLst>
                                      </p:cBhvr>
                                      <p:to>
                                        <p:strVal val="hidden"/>
                                      </p:to>
                                    </p:set>
                                  </p:childTnLst>
                                </p:cTn>
                              </p:par>
                              <p:par>
                                <p:cTn id="90" presetID="42" presetClass="path" presetSubtype="0" accel="50000" decel="50000" fill="hold" nodeType="withEffect">
                                  <p:stCondLst>
                                    <p:cond delay="0"/>
                                  </p:stCondLst>
                                  <p:childTnLst>
                                    <p:animMotion origin="layout" path="M 3.88889E-6 -2.59259E-6 L 0.38515 -0.21774 " pathEditMode="relative" rAng="0" ptsTypes="AA">
                                      <p:cBhvr>
                                        <p:cTn id="91" dur="700" fill="hold"/>
                                        <p:tgtEl>
                                          <p:spTgt spid="67"/>
                                        </p:tgtEl>
                                        <p:attrNameLst>
                                          <p:attrName>ppt_x</p:attrName>
                                          <p:attrName>ppt_y</p:attrName>
                                        </p:attrNameLst>
                                      </p:cBhvr>
                                      <p:rCtr x="19253" y="-10895"/>
                                    </p:animMotion>
                                  </p:childTnLst>
                                </p:cTn>
                              </p:par>
                              <p:par>
                                <p:cTn id="92" presetID="53" presetClass="exit" presetSubtype="32" fill="hold" nodeType="withEffect">
                                  <p:stCondLst>
                                    <p:cond delay="0"/>
                                  </p:stCondLst>
                                  <p:childTnLst>
                                    <p:anim calcmode="lin" valueType="num">
                                      <p:cBhvr>
                                        <p:cTn id="93" dur="500"/>
                                        <p:tgtEl>
                                          <p:spTgt spid="69"/>
                                        </p:tgtEl>
                                        <p:attrNameLst>
                                          <p:attrName>ppt_w</p:attrName>
                                        </p:attrNameLst>
                                      </p:cBhvr>
                                      <p:tavLst>
                                        <p:tav tm="0">
                                          <p:val>
                                            <p:strVal val="ppt_w"/>
                                          </p:val>
                                        </p:tav>
                                        <p:tav tm="100000">
                                          <p:val>
                                            <p:fltVal val="0"/>
                                          </p:val>
                                        </p:tav>
                                      </p:tavLst>
                                    </p:anim>
                                    <p:anim calcmode="lin" valueType="num">
                                      <p:cBhvr>
                                        <p:cTn id="94" dur="500"/>
                                        <p:tgtEl>
                                          <p:spTgt spid="69"/>
                                        </p:tgtEl>
                                        <p:attrNameLst>
                                          <p:attrName>ppt_h</p:attrName>
                                        </p:attrNameLst>
                                      </p:cBhvr>
                                      <p:tavLst>
                                        <p:tav tm="0">
                                          <p:val>
                                            <p:strVal val="ppt_h"/>
                                          </p:val>
                                        </p:tav>
                                        <p:tav tm="100000">
                                          <p:val>
                                            <p:fltVal val="0"/>
                                          </p:val>
                                        </p:tav>
                                      </p:tavLst>
                                    </p:anim>
                                    <p:animEffect transition="out" filter="fade">
                                      <p:cBhvr>
                                        <p:cTn id="95" dur="500"/>
                                        <p:tgtEl>
                                          <p:spTgt spid="69"/>
                                        </p:tgtEl>
                                      </p:cBhvr>
                                    </p:animEffect>
                                    <p:set>
                                      <p:cBhvr>
                                        <p:cTn id="96" dur="1" fill="hold">
                                          <p:stCondLst>
                                            <p:cond delay="499"/>
                                          </p:stCondLst>
                                        </p:cTn>
                                        <p:tgtEl>
                                          <p:spTgt spid="69"/>
                                        </p:tgtEl>
                                        <p:attrNameLst>
                                          <p:attrName>style.visibility</p:attrName>
                                        </p:attrNameLst>
                                      </p:cBhvr>
                                      <p:to>
                                        <p:strVal val="hidden"/>
                                      </p:to>
                                    </p:set>
                                  </p:childTnLst>
                                </p:cTn>
                              </p:par>
                              <p:par>
                                <p:cTn id="97" presetID="42" presetClass="path" presetSubtype="0" accel="50000" decel="50000" fill="hold" nodeType="withEffect">
                                  <p:stCondLst>
                                    <p:cond delay="0"/>
                                  </p:stCondLst>
                                  <p:childTnLst>
                                    <p:animMotion origin="layout" path="M -4.02778E-6 -3.08642E-6 L 0.23846 -0.22083 " pathEditMode="relative" rAng="0" ptsTypes="AA">
                                      <p:cBhvr>
                                        <p:cTn id="98" dur="700" fill="hold"/>
                                        <p:tgtEl>
                                          <p:spTgt spid="69"/>
                                        </p:tgtEl>
                                        <p:attrNameLst>
                                          <p:attrName>ppt_x</p:attrName>
                                          <p:attrName>ppt_y</p:attrName>
                                        </p:attrNameLst>
                                      </p:cBhvr>
                                      <p:rCtr x="11918" y="-11049"/>
                                    </p:animMotion>
                                  </p:childTnLst>
                                </p:cTn>
                              </p:par>
                              <p:par>
                                <p:cTn id="99" presetID="6" presetClass="emph" presetSubtype="0" accel="5000" decel="5000" autoRev="1" fill="hold" nodeType="withEffect">
                                  <p:stCondLst>
                                    <p:cond delay="0"/>
                                  </p:stCondLst>
                                  <p:childTnLst>
                                    <p:animScale>
                                      <p:cBhvr>
                                        <p:cTn id="100" dur="200" fill="hold"/>
                                        <p:tgtEl>
                                          <p:spTgt spid="9"/>
                                        </p:tgtEl>
                                      </p:cBhvr>
                                      <p:by x="150000" y="150000"/>
                                    </p:animScale>
                                  </p:childTnLst>
                                </p:cTn>
                              </p:par>
                            </p:childTnLst>
                          </p:cTn>
                        </p:par>
                      </p:childTnLst>
                    </p:cTn>
                  </p:par>
                </p:childTnLst>
              </p:cTn>
              <p:nextCondLst>
                <p:cond evt="onClick" delay="0">
                  <p:tgtEl>
                    <p:spTgt spid="9"/>
                  </p:tgtEl>
                </p:cond>
              </p:nextCondLst>
            </p:seq>
            <p:seq concurrent="1" nextAc="seek">
              <p:cTn id="101" restart="whenNotActive" fill="hold" evtFilter="cancelBubble" nodeType="interactiveSeq">
                <p:stCondLst>
                  <p:cond evt="onClick" delay="0">
                    <p:tgtEl>
                      <p:spTgt spid="7"/>
                    </p:tgtEl>
                  </p:cond>
                </p:stCondLst>
                <p:endSync evt="end" delay="0">
                  <p:rtn val="all"/>
                </p:endSync>
                <p:childTnLst>
                  <p:par>
                    <p:cTn id="102" fill="hold">
                      <p:stCondLst>
                        <p:cond delay="0"/>
                      </p:stCondLst>
                      <p:childTnLst>
                        <p:par>
                          <p:cTn id="103" fill="hold">
                            <p:stCondLst>
                              <p:cond delay="0"/>
                            </p:stCondLst>
                            <p:childTnLst>
                              <p:par>
                                <p:cTn id="104" presetID="53" presetClass="entr" presetSubtype="16" fill="hold" nodeType="clickEffect">
                                  <p:stCondLst>
                                    <p:cond delay="0"/>
                                  </p:stCondLst>
                                  <p:childTnLst>
                                    <p:set>
                                      <p:cBhvr>
                                        <p:cTn id="105" dur="1" fill="hold">
                                          <p:stCondLst>
                                            <p:cond delay="0"/>
                                          </p:stCondLst>
                                        </p:cTn>
                                        <p:tgtEl>
                                          <p:spTgt spid="71"/>
                                        </p:tgtEl>
                                        <p:attrNameLst>
                                          <p:attrName>style.visibility</p:attrName>
                                        </p:attrNameLst>
                                      </p:cBhvr>
                                      <p:to>
                                        <p:strVal val="visible"/>
                                      </p:to>
                                    </p:set>
                                    <p:anim calcmode="lin" valueType="num">
                                      <p:cBhvr>
                                        <p:cTn id="106" dur="700" fill="hold"/>
                                        <p:tgtEl>
                                          <p:spTgt spid="71"/>
                                        </p:tgtEl>
                                        <p:attrNameLst>
                                          <p:attrName>ppt_w</p:attrName>
                                        </p:attrNameLst>
                                      </p:cBhvr>
                                      <p:tavLst>
                                        <p:tav tm="0">
                                          <p:val>
                                            <p:fltVal val="0"/>
                                          </p:val>
                                        </p:tav>
                                        <p:tav tm="100000">
                                          <p:val>
                                            <p:strVal val="#ppt_w"/>
                                          </p:val>
                                        </p:tav>
                                      </p:tavLst>
                                    </p:anim>
                                    <p:anim calcmode="lin" valueType="num">
                                      <p:cBhvr>
                                        <p:cTn id="107" dur="700" fill="hold"/>
                                        <p:tgtEl>
                                          <p:spTgt spid="71"/>
                                        </p:tgtEl>
                                        <p:attrNameLst>
                                          <p:attrName>ppt_h</p:attrName>
                                        </p:attrNameLst>
                                      </p:cBhvr>
                                      <p:tavLst>
                                        <p:tav tm="0">
                                          <p:val>
                                            <p:fltVal val="0"/>
                                          </p:val>
                                        </p:tav>
                                        <p:tav tm="100000">
                                          <p:val>
                                            <p:strVal val="#ppt_h"/>
                                          </p:val>
                                        </p:tav>
                                      </p:tavLst>
                                    </p:anim>
                                    <p:animEffect transition="in" filter="fade">
                                      <p:cBhvr>
                                        <p:cTn id="108" dur="700"/>
                                        <p:tgtEl>
                                          <p:spTgt spid="71"/>
                                        </p:tgtEl>
                                      </p:cBhvr>
                                    </p:animEffect>
                                  </p:childTnLst>
                                </p:cTn>
                              </p:par>
                              <p:par>
                                <p:cTn id="109" presetID="53" presetClass="entr" presetSubtype="16" fill="hold" nodeType="withEffect">
                                  <p:stCondLst>
                                    <p:cond delay="0"/>
                                  </p:stCondLst>
                                  <p:childTnLst>
                                    <p:set>
                                      <p:cBhvr>
                                        <p:cTn id="110" dur="1" fill="hold">
                                          <p:stCondLst>
                                            <p:cond delay="0"/>
                                          </p:stCondLst>
                                        </p:cTn>
                                        <p:tgtEl>
                                          <p:spTgt spid="73"/>
                                        </p:tgtEl>
                                        <p:attrNameLst>
                                          <p:attrName>style.visibility</p:attrName>
                                        </p:attrNameLst>
                                      </p:cBhvr>
                                      <p:to>
                                        <p:strVal val="visible"/>
                                      </p:to>
                                    </p:set>
                                    <p:anim calcmode="lin" valueType="num">
                                      <p:cBhvr>
                                        <p:cTn id="111" dur="700" fill="hold"/>
                                        <p:tgtEl>
                                          <p:spTgt spid="73"/>
                                        </p:tgtEl>
                                        <p:attrNameLst>
                                          <p:attrName>ppt_w</p:attrName>
                                        </p:attrNameLst>
                                      </p:cBhvr>
                                      <p:tavLst>
                                        <p:tav tm="0">
                                          <p:val>
                                            <p:fltVal val="0"/>
                                          </p:val>
                                        </p:tav>
                                        <p:tav tm="100000">
                                          <p:val>
                                            <p:strVal val="#ppt_w"/>
                                          </p:val>
                                        </p:tav>
                                      </p:tavLst>
                                    </p:anim>
                                    <p:anim calcmode="lin" valueType="num">
                                      <p:cBhvr>
                                        <p:cTn id="112" dur="700" fill="hold"/>
                                        <p:tgtEl>
                                          <p:spTgt spid="73"/>
                                        </p:tgtEl>
                                        <p:attrNameLst>
                                          <p:attrName>ppt_h</p:attrName>
                                        </p:attrNameLst>
                                      </p:cBhvr>
                                      <p:tavLst>
                                        <p:tav tm="0">
                                          <p:val>
                                            <p:fltVal val="0"/>
                                          </p:val>
                                        </p:tav>
                                        <p:tav tm="100000">
                                          <p:val>
                                            <p:strVal val="#ppt_h"/>
                                          </p:val>
                                        </p:tav>
                                      </p:tavLst>
                                    </p:anim>
                                    <p:animEffect transition="in" filter="fade">
                                      <p:cBhvr>
                                        <p:cTn id="113" dur="700"/>
                                        <p:tgtEl>
                                          <p:spTgt spid="73"/>
                                        </p:tgtEl>
                                      </p:cBhvr>
                                    </p:animEffect>
                                  </p:childTnLst>
                                </p:cTn>
                              </p:par>
                              <p:par>
                                <p:cTn id="114" presetID="53" presetClass="entr" presetSubtype="16" fill="hold" nodeType="withEffect">
                                  <p:stCondLst>
                                    <p:cond delay="0"/>
                                  </p:stCondLst>
                                  <p:childTnLst>
                                    <p:set>
                                      <p:cBhvr>
                                        <p:cTn id="115" dur="1" fill="hold">
                                          <p:stCondLst>
                                            <p:cond delay="0"/>
                                          </p:stCondLst>
                                        </p:cTn>
                                        <p:tgtEl>
                                          <p:spTgt spid="77"/>
                                        </p:tgtEl>
                                        <p:attrNameLst>
                                          <p:attrName>style.visibility</p:attrName>
                                        </p:attrNameLst>
                                      </p:cBhvr>
                                      <p:to>
                                        <p:strVal val="visible"/>
                                      </p:to>
                                    </p:set>
                                    <p:anim calcmode="lin" valueType="num">
                                      <p:cBhvr>
                                        <p:cTn id="116" dur="700" fill="hold"/>
                                        <p:tgtEl>
                                          <p:spTgt spid="77"/>
                                        </p:tgtEl>
                                        <p:attrNameLst>
                                          <p:attrName>ppt_w</p:attrName>
                                        </p:attrNameLst>
                                      </p:cBhvr>
                                      <p:tavLst>
                                        <p:tav tm="0">
                                          <p:val>
                                            <p:fltVal val="0"/>
                                          </p:val>
                                        </p:tav>
                                        <p:tav tm="100000">
                                          <p:val>
                                            <p:strVal val="#ppt_w"/>
                                          </p:val>
                                        </p:tav>
                                      </p:tavLst>
                                    </p:anim>
                                    <p:anim calcmode="lin" valueType="num">
                                      <p:cBhvr>
                                        <p:cTn id="117" dur="700" fill="hold"/>
                                        <p:tgtEl>
                                          <p:spTgt spid="77"/>
                                        </p:tgtEl>
                                        <p:attrNameLst>
                                          <p:attrName>ppt_h</p:attrName>
                                        </p:attrNameLst>
                                      </p:cBhvr>
                                      <p:tavLst>
                                        <p:tav tm="0">
                                          <p:val>
                                            <p:fltVal val="0"/>
                                          </p:val>
                                        </p:tav>
                                        <p:tav tm="100000">
                                          <p:val>
                                            <p:strVal val="#ppt_h"/>
                                          </p:val>
                                        </p:tav>
                                      </p:tavLst>
                                    </p:anim>
                                    <p:animEffect transition="in" filter="fade">
                                      <p:cBhvr>
                                        <p:cTn id="118" dur="700"/>
                                        <p:tgtEl>
                                          <p:spTgt spid="77"/>
                                        </p:tgtEl>
                                      </p:cBhvr>
                                    </p:animEffect>
                                  </p:childTnLst>
                                </p:cTn>
                              </p:par>
                              <p:par>
                                <p:cTn id="119" presetID="53" presetClass="entr" presetSubtype="16" fill="hold" nodeType="withEffect">
                                  <p:stCondLst>
                                    <p:cond delay="0"/>
                                  </p:stCondLst>
                                  <p:childTnLst>
                                    <p:set>
                                      <p:cBhvr>
                                        <p:cTn id="120" dur="1" fill="hold">
                                          <p:stCondLst>
                                            <p:cond delay="0"/>
                                          </p:stCondLst>
                                        </p:cTn>
                                        <p:tgtEl>
                                          <p:spTgt spid="81"/>
                                        </p:tgtEl>
                                        <p:attrNameLst>
                                          <p:attrName>style.visibility</p:attrName>
                                        </p:attrNameLst>
                                      </p:cBhvr>
                                      <p:to>
                                        <p:strVal val="visible"/>
                                      </p:to>
                                    </p:set>
                                    <p:anim calcmode="lin" valueType="num">
                                      <p:cBhvr>
                                        <p:cTn id="121" dur="700" fill="hold"/>
                                        <p:tgtEl>
                                          <p:spTgt spid="81"/>
                                        </p:tgtEl>
                                        <p:attrNameLst>
                                          <p:attrName>ppt_w</p:attrName>
                                        </p:attrNameLst>
                                      </p:cBhvr>
                                      <p:tavLst>
                                        <p:tav tm="0">
                                          <p:val>
                                            <p:fltVal val="0"/>
                                          </p:val>
                                        </p:tav>
                                        <p:tav tm="100000">
                                          <p:val>
                                            <p:strVal val="#ppt_w"/>
                                          </p:val>
                                        </p:tav>
                                      </p:tavLst>
                                    </p:anim>
                                    <p:anim calcmode="lin" valueType="num">
                                      <p:cBhvr>
                                        <p:cTn id="122" dur="700" fill="hold"/>
                                        <p:tgtEl>
                                          <p:spTgt spid="81"/>
                                        </p:tgtEl>
                                        <p:attrNameLst>
                                          <p:attrName>ppt_h</p:attrName>
                                        </p:attrNameLst>
                                      </p:cBhvr>
                                      <p:tavLst>
                                        <p:tav tm="0">
                                          <p:val>
                                            <p:fltVal val="0"/>
                                          </p:val>
                                        </p:tav>
                                        <p:tav tm="100000">
                                          <p:val>
                                            <p:strVal val="#ppt_h"/>
                                          </p:val>
                                        </p:tav>
                                      </p:tavLst>
                                    </p:anim>
                                    <p:animEffect transition="in" filter="fade">
                                      <p:cBhvr>
                                        <p:cTn id="123" dur="700"/>
                                        <p:tgtEl>
                                          <p:spTgt spid="81"/>
                                        </p:tgtEl>
                                      </p:cBhvr>
                                    </p:animEffect>
                                  </p:childTnLst>
                                </p:cTn>
                              </p:par>
                              <p:par>
                                <p:cTn id="124" presetID="53" presetClass="entr" presetSubtype="16" fill="hold" nodeType="withEffect">
                                  <p:stCondLst>
                                    <p:cond delay="0"/>
                                  </p:stCondLst>
                                  <p:childTnLst>
                                    <p:set>
                                      <p:cBhvr>
                                        <p:cTn id="125" dur="1" fill="hold">
                                          <p:stCondLst>
                                            <p:cond delay="0"/>
                                          </p:stCondLst>
                                        </p:cTn>
                                        <p:tgtEl>
                                          <p:spTgt spid="79"/>
                                        </p:tgtEl>
                                        <p:attrNameLst>
                                          <p:attrName>style.visibility</p:attrName>
                                        </p:attrNameLst>
                                      </p:cBhvr>
                                      <p:to>
                                        <p:strVal val="visible"/>
                                      </p:to>
                                    </p:set>
                                    <p:anim calcmode="lin" valueType="num">
                                      <p:cBhvr>
                                        <p:cTn id="126" dur="700" fill="hold"/>
                                        <p:tgtEl>
                                          <p:spTgt spid="79"/>
                                        </p:tgtEl>
                                        <p:attrNameLst>
                                          <p:attrName>ppt_w</p:attrName>
                                        </p:attrNameLst>
                                      </p:cBhvr>
                                      <p:tavLst>
                                        <p:tav tm="0">
                                          <p:val>
                                            <p:fltVal val="0"/>
                                          </p:val>
                                        </p:tav>
                                        <p:tav tm="100000">
                                          <p:val>
                                            <p:strVal val="#ppt_w"/>
                                          </p:val>
                                        </p:tav>
                                      </p:tavLst>
                                    </p:anim>
                                    <p:anim calcmode="lin" valueType="num">
                                      <p:cBhvr>
                                        <p:cTn id="127" dur="700" fill="hold"/>
                                        <p:tgtEl>
                                          <p:spTgt spid="79"/>
                                        </p:tgtEl>
                                        <p:attrNameLst>
                                          <p:attrName>ppt_h</p:attrName>
                                        </p:attrNameLst>
                                      </p:cBhvr>
                                      <p:tavLst>
                                        <p:tav tm="0">
                                          <p:val>
                                            <p:fltVal val="0"/>
                                          </p:val>
                                        </p:tav>
                                        <p:tav tm="100000">
                                          <p:val>
                                            <p:strVal val="#ppt_h"/>
                                          </p:val>
                                        </p:tav>
                                      </p:tavLst>
                                    </p:anim>
                                    <p:animEffect transition="in" filter="fade">
                                      <p:cBhvr>
                                        <p:cTn id="128" dur="700"/>
                                        <p:tgtEl>
                                          <p:spTgt spid="79"/>
                                        </p:tgtEl>
                                      </p:cBhvr>
                                    </p:animEffect>
                                  </p:childTnLst>
                                </p:cTn>
                              </p:par>
                              <p:par>
                                <p:cTn id="129" presetID="53" presetClass="entr" presetSubtype="16" fill="hold" nodeType="withEffect">
                                  <p:stCondLst>
                                    <p:cond delay="0"/>
                                  </p:stCondLst>
                                  <p:childTnLst>
                                    <p:set>
                                      <p:cBhvr>
                                        <p:cTn id="130" dur="1" fill="hold">
                                          <p:stCondLst>
                                            <p:cond delay="0"/>
                                          </p:stCondLst>
                                        </p:cTn>
                                        <p:tgtEl>
                                          <p:spTgt spid="75"/>
                                        </p:tgtEl>
                                        <p:attrNameLst>
                                          <p:attrName>style.visibility</p:attrName>
                                        </p:attrNameLst>
                                      </p:cBhvr>
                                      <p:to>
                                        <p:strVal val="visible"/>
                                      </p:to>
                                    </p:set>
                                    <p:anim calcmode="lin" valueType="num">
                                      <p:cBhvr>
                                        <p:cTn id="131" dur="700" fill="hold"/>
                                        <p:tgtEl>
                                          <p:spTgt spid="75"/>
                                        </p:tgtEl>
                                        <p:attrNameLst>
                                          <p:attrName>ppt_w</p:attrName>
                                        </p:attrNameLst>
                                      </p:cBhvr>
                                      <p:tavLst>
                                        <p:tav tm="0">
                                          <p:val>
                                            <p:fltVal val="0"/>
                                          </p:val>
                                        </p:tav>
                                        <p:tav tm="100000">
                                          <p:val>
                                            <p:strVal val="#ppt_w"/>
                                          </p:val>
                                        </p:tav>
                                      </p:tavLst>
                                    </p:anim>
                                    <p:anim calcmode="lin" valueType="num">
                                      <p:cBhvr>
                                        <p:cTn id="132" dur="700" fill="hold"/>
                                        <p:tgtEl>
                                          <p:spTgt spid="75"/>
                                        </p:tgtEl>
                                        <p:attrNameLst>
                                          <p:attrName>ppt_h</p:attrName>
                                        </p:attrNameLst>
                                      </p:cBhvr>
                                      <p:tavLst>
                                        <p:tav tm="0">
                                          <p:val>
                                            <p:fltVal val="0"/>
                                          </p:val>
                                        </p:tav>
                                        <p:tav tm="100000">
                                          <p:val>
                                            <p:strVal val="#ppt_h"/>
                                          </p:val>
                                        </p:tav>
                                      </p:tavLst>
                                    </p:anim>
                                    <p:animEffect transition="in" filter="fade">
                                      <p:cBhvr>
                                        <p:cTn id="133" dur="700"/>
                                        <p:tgtEl>
                                          <p:spTgt spid="75"/>
                                        </p:tgtEl>
                                      </p:cBhvr>
                                    </p:animEffect>
                                  </p:childTnLst>
                                </p:cTn>
                              </p:par>
                              <p:par>
                                <p:cTn id="134" presetID="53" presetClass="entr" presetSubtype="16" fill="hold" nodeType="withEffect">
                                  <p:stCondLst>
                                    <p:cond delay="0"/>
                                  </p:stCondLst>
                                  <p:childTnLst>
                                    <p:set>
                                      <p:cBhvr>
                                        <p:cTn id="135" dur="1" fill="hold">
                                          <p:stCondLst>
                                            <p:cond delay="0"/>
                                          </p:stCondLst>
                                        </p:cTn>
                                        <p:tgtEl>
                                          <p:spTgt spid="83"/>
                                        </p:tgtEl>
                                        <p:attrNameLst>
                                          <p:attrName>style.visibility</p:attrName>
                                        </p:attrNameLst>
                                      </p:cBhvr>
                                      <p:to>
                                        <p:strVal val="visible"/>
                                      </p:to>
                                    </p:set>
                                    <p:anim calcmode="lin" valueType="num">
                                      <p:cBhvr>
                                        <p:cTn id="136" dur="700" fill="hold"/>
                                        <p:tgtEl>
                                          <p:spTgt spid="83"/>
                                        </p:tgtEl>
                                        <p:attrNameLst>
                                          <p:attrName>ppt_w</p:attrName>
                                        </p:attrNameLst>
                                      </p:cBhvr>
                                      <p:tavLst>
                                        <p:tav tm="0">
                                          <p:val>
                                            <p:fltVal val="0"/>
                                          </p:val>
                                        </p:tav>
                                        <p:tav tm="100000">
                                          <p:val>
                                            <p:strVal val="#ppt_w"/>
                                          </p:val>
                                        </p:tav>
                                      </p:tavLst>
                                    </p:anim>
                                    <p:anim calcmode="lin" valueType="num">
                                      <p:cBhvr>
                                        <p:cTn id="137" dur="700" fill="hold"/>
                                        <p:tgtEl>
                                          <p:spTgt spid="83"/>
                                        </p:tgtEl>
                                        <p:attrNameLst>
                                          <p:attrName>ppt_h</p:attrName>
                                        </p:attrNameLst>
                                      </p:cBhvr>
                                      <p:tavLst>
                                        <p:tav tm="0">
                                          <p:val>
                                            <p:fltVal val="0"/>
                                          </p:val>
                                        </p:tav>
                                        <p:tav tm="100000">
                                          <p:val>
                                            <p:strVal val="#ppt_h"/>
                                          </p:val>
                                        </p:tav>
                                      </p:tavLst>
                                    </p:anim>
                                    <p:animEffect transition="in" filter="fade">
                                      <p:cBhvr>
                                        <p:cTn id="138" dur="700"/>
                                        <p:tgtEl>
                                          <p:spTgt spid="83"/>
                                        </p:tgtEl>
                                      </p:cBhvr>
                                    </p:animEffect>
                                  </p:childTnLst>
                                </p:cTn>
                              </p:par>
                              <p:par>
                                <p:cTn id="139" presetID="42" presetClass="path" presetSubtype="0" accel="50000" decel="50000" fill="hold" nodeType="withEffect">
                                  <p:stCondLst>
                                    <p:cond delay="0"/>
                                  </p:stCondLst>
                                  <p:childTnLst>
                                    <p:animMotion origin="layout" path="M -5.55556E-7 3.58025E-6 L -0.24661 0.3395 " pathEditMode="relative" rAng="0" ptsTypes="AA">
                                      <p:cBhvr>
                                        <p:cTn id="140" dur="700" spd="-100000" fill="hold"/>
                                        <p:tgtEl>
                                          <p:spTgt spid="71"/>
                                        </p:tgtEl>
                                        <p:attrNameLst>
                                          <p:attrName>ppt_x</p:attrName>
                                          <p:attrName>ppt_y</p:attrName>
                                        </p:attrNameLst>
                                      </p:cBhvr>
                                      <p:rCtr x="-12335" y="16975"/>
                                    </p:animMotion>
                                  </p:childTnLst>
                                </p:cTn>
                              </p:par>
                              <p:par>
                                <p:cTn id="141" presetID="42" presetClass="path" presetSubtype="0" accel="50000" decel="50000" fill="hold" nodeType="withEffect">
                                  <p:stCondLst>
                                    <p:cond delay="0"/>
                                  </p:stCondLst>
                                  <p:childTnLst>
                                    <p:animMotion origin="layout" path="M 5E-6 -8.64198E-7 L -0.36728 0.31327 " pathEditMode="relative" rAng="0" ptsTypes="AA">
                                      <p:cBhvr>
                                        <p:cTn id="142" dur="700" spd="-100000" fill="hold"/>
                                        <p:tgtEl>
                                          <p:spTgt spid="73"/>
                                        </p:tgtEl>
                                        <p:attrNameLst>
                                          <p:attrName>ppt_x</p:attrName>
                                          <p:attrName>ppt_y</p:attrName>
                                        </p:attrNameLst>
                                      </p:cBhvr>
                                      <p:rCtr x="-18368" y="15664"/>
                                    </p:animMotion>
                                  </p:childTnLst>
                                </p:cTn>
                              </p:par>
                              <p:par>
                                <p:cTn id="143" presetID="42" presetClass="path" presetSubtype="0" accel="50000" decel="50000" fill="hold" nodeType="withEffect">
                                  <p:stCondLst>
                                    <p:cond delay="0"/>
                                  </p:stCondLst>
                                  <p:childTnLst>
                                    <p:animMotion origin="layout" path="M -1.38889E-6 3.95062E-6 L -0.46554 0.32808 " pathEditMode="relative" rAng="0" ptsTypes="AA">
                                      <p:cBhvr>
                                        <p:cTn id="144" dur="700" spd="-100000" fill="hold"/>
                                        <p:tgtEl>
                                          <p:spTgt spid="77"/>
                                        </p:tgtEl>
                                        <p:attrNameLst>
                                          <p:attrName>ppt_x</p:attrName>
                                          <p:attrName>ppt_y</p:attrName>
                                        </p:attrNameLst>
                                      </p:cBhvr>
                                      <p:rCtr x="-23281" y="16404"/>
                                    </p:animMotion>
                                  </p:childTnLst>
                                </p:cTn>
                              </p:par>
                              <p:par>
                                <p:cTn id="145" presetID="42" presetClass="path" presetSubtype="0" accel="50000" decel="50000" fill="hold" nodeType="withEffect">
                                  <p:stCondLst>
                                    <p:cond delay="0"/>
                                  </p:stCondLst>
                                  <p:childTnLst>
                                    <p:animMotion origin="layout" path="M 3.47222E-6 -1.97531E-6 L -0.46259 0.12948 " pathEditMode="relative" rAng="0" ptsTypes="AA">
                                      <p:cBhvr>
                                        <p:cTn id="146" dur="700" spd="-100000" fill="hold"/>
                                        <p:tgtEl>
                                          <p:spTgt spid="81"/>
                                        </p:tgtEl>
                                        <p:attrNameLst>
                                          <p:attrName>ppt_x</p:attrName>
                                          <p:attrName>ppt_y</p:attrName>
                                        </p:attrNameLst>
                                      </p:cBhvr>
                                      <p:rCtr x="-23134" y="6466"/>
                                    </p:animMotion>
                                  </p:childTnLst>
                                </p:cTn>
                              </p:par>
                              <p:par>
                                <p:cTn id="147" presetID="42" presetClass="path" presetSubtype="0" accel="50000" decel="50000" fill="hold" nodeType="withEffect">
                                  <p:stCondLst>
                                    <p:cond delay="0"/>
                                  </p:stCondLst>
                                  <p:childTnLst>
                                    <p:animMotion origin="layout" path="M 9.72222E-7 4.19753E-6 L -0.34497 0.14398 " pathEditMode="relative" rAng="0" ptsTypes="AA">
                                      <p:cBhvr>
                                        <p:cTn id="148" dur="700" spd="-100000" fill="hold"/>
                                        <p:tgtEl>
                                          <p:spTgt spid="79"/>
                                        </p:tgtEl>
                                        <p:attrNameLst>
                                          <p:attrName>ppt_x</p:attrName>
                                          <p:attrName>ppt_y</p:attrName>
                                        </p:attrNameLst>
                                      </p:cBhvr>
                                      <p:rCtr x="-17248" y="7191"/>
                                    </p:animMotion>
                                  </p:childTnLst>
                                </p:cTn>
                              </p:par>
                              <p:par>
                                <p:cTn id="149" presetID="42" presetClass="path" presetSubtype="0" accel="50000" decel="50000" fill="hold" nodeType="withEffect">
                                  <p:stCondLst>
                                    <p:cond delay="0"/>
                                  </p:stCondLst>
                                  <p:childTnLst>
                                    <p:animMotion origin="layout" path="M 2.22222E-6 4.19753E-6 L -0.24653 0.14398 " pathEditMode="relative" rAng="0" ptsTypes="AA">
                                      <p:cBhvr>
                                        <p:cTn id="150" dur="700" spd="-100000" fill="hold"/>
                                        <p:tgtEl>
                                          <p:spTgt spid="75"/>
                                        </p:tgtEl>
                                        <p:attrNameLst>
                                          <p:attrName>ppt_x</p:attrName>
                                          <p:attrName>ppt_y</p:attrName>
                                        </p:attrNameLst>
                                      </p:cBhvr>
                                      <p:rCtr x="-12326" y="7191"/>
                                    </p:animMotion>
                                  </p:childTnLst>
                                </p:cTn>
                              </p:par>
                              <p:par>
                                <p:cTn id="151" presetID="42" presetClass="path" presetSubtype="0" accel="50000" decel="50000" fill="hold" nodeType="withEffect">
                                  <p:stCondLst>
                                    <p:cond delay="0"/>
                                  </p:stCondLst>
                                  <p:childTnLst>
                                    <p:animMotion origin="layout" path="M 4.02778E-6 9.87654E-7 L -0.32822 -0.02238 " pathEditMode="relative" rAng="0" ptsTypes="AA">
                                      <p:cBhvr>
                                        <p:cTn id="152" dur="700" spd="-100000" fill="hold"/>
                                        <p:tgtEl>
                                          <p:spTgt spid="83"/>
                                        </p:tgtEl>
                                        <p:attrNameLst>
                                          <p:attrName>ppt_x</p:attrName>
                                          <p:attrName>ppt_y</p:attrName>
                                        </p:attrNameLst>
                                      </p:cBhvr>
                                      <p:rCtr x="-16415" y="-1127"/>
                                    </p:animMotion>
                                  </p:childTnLst>
                                </p:cTn>
                              </p:par>
                              <p:par>
                                <p:cTn id="153" presetID="6" presetClass="emph" presetSubtype="0" accel="50000" decel="50000" autoRev="1" fill="hold" nodeType="withEffect">
                                  <p:stCondLst>
                                    <p:cond delay="0"/>
                                  </p:stCondLst>
                                  <p:childTnLst>
                                    <p:animScale>
                                      <p:cBhvr>
                                        <p:cTn id="154" dur="200" fill="hold"/>
                                        <p:tgtEl>
                                          <p:spTgt spid="7"/>
                                        </p:tgtEl>
                                      </p:cBhvr>
                                      <p:by x="150000" y="150000"/>
                                    </p:animScale>
                                  </p:childTnLst>
                                </p:cTn>
                              </p:par>
                            </p:childTnLst>
                          </p:cTn>
                        </p:par>
                      </p:childTnLst>
                    </p:cTn>
                  </p:par>
                  <p:par>
                    <p:cTn id="155" fill="hold">
                      <p:stCondLst>
                        <p:cond delay="indefinite"/>
                      </p:stCondLst>
                      <p:childTnLst>
                        <p:par>
                          <p:cTn id="156" fill="hold">
                            <p:stCondLst>
                              <p:cond delay="0"/>
                            </p:stCondLst>
                            <p:childTnLst>
                              <p:par>
                                <p:cTn id="157" presetID="53" presetClass="exit" presetSubtype="32" fill="hold" nodeType="clickEffect">
                                  <p:stCondLst>
                                    <p:cond delay="0"/>
                                  </p:stCondLst>
                                  <p:childTnLst>
                                    <p:anim calcmode="lin" valueType="num">
                                      <p:cBhvr>
                                        <p:cTn id="158" dur="700"/>
                                        <p:tgtEl>
                                          <p:spTgt spid="71"/>
                                        </p:tgtEl>
                                        <p:attrNameLst>
                                          <p:attrName>ppt_w</p:attrName>
                                        </p:attrNameLst>
                                      </p:cBhvr>
                                      <p:tavLst>
                                        <p:tav tm="0">
                                          <p:val>
                                            <p:strVal val="ppt_w"/>
                                          </p:val>
                                        </p:tav>
                                        <p:tav tm="100000">
                                          <p:val>
                                            <p:fltVal val="0"/>
                                          </p:val>
                                        </p:tav>
                                      </p:tavLst>
                                    </p:anim>
                                    <p:anim calcmode="lin" valueType="num">
                                      <p:cBhvr>
                                        <p:cTn id="159" dur="700"/>
                                        <p:tgtEl>
                                          <p:spTgt spid="71"/>
                                        </p:tgtEl>
                                        <p:attrNameLst>
                                          <p:attrName>ppt_h</p:attrName>
                                        </p:attrNameLst>
                                      </p:cBhvr>
                                      <p:tavLst>
                                        <p:tav tm="0">
                                          <p:val>
                                            <p:strVal val="ppt_h"/>
                                          </p:val>
                                        </p:tav>
                                        <p:tav tm="100000">
                                          <p:val>
                                            <p:fltVal val="0"/>
                                          </p:val>
                                        </p:tav>
                                      </p:tavLst>
                                    </p:anim>
                                    <p:animEffect transition="out" filter="fade">
                                      <p:cBhvr>
                                        <p:cTn id="160" dur="700"/>
                                        <p:tgtEl>
                                          <p:spTgt spid="71"/>
                                        </p:tgtEl>
                                      </p:cBhvr>
                                    </p:animEffect>
                                    <p:set>
                                      <p:cBhvr>
                                        <p:cTn id="161" dur="1" fill="hold">
                                          <p:stCondLst>
                                            <p:cond delay="699"/>
                                          </p:stCondLst>
                                        </p:cTn>
                                        <p:tgtEl>
                                          <p:spTgt spid="71"/>
                                        </p:tgtEl>
                                        <p:attrNameLst>
                                          <p:attrName>style.visibility</p:attrName>
                                        </p:attrNameLst>
                                      </p:cBhvr>
                                      <p:to>
                                        <p:strVal val="hidden"/>
                                      </p:to>
                                    </p:set>
                                  </p:childTnLst>
                                </p:cTn>
                              </p:par>
                              <p:par>
                                <p:cTn id="162" presetID="42" presetClass="path" presetSubtype="0" accel="50000" decel="50000" fill="hold" nodeType="withEffect">
                                  <p:stCondLst>
                                    <p:cond delay="0"/>
                                  </p:stCondLst>
                                  <p:childTnLst>
                                    <p:animMotion origin="layout" path="M -5.55556E-7 3.58025E-6 L -0.23542 0.32885 " pathEditMode="relative" rAng="0" ptsTypes="AA">
                                      <p:cBhvr>
                                        <p:cTn id="163" dur="700" fill="hold"/>
                                        <p:tgtEl>
                                          <p:spTgt spid="71"/>
                                        </p:tgtEl>
                                        <p:attrNameLst>
                                          <p:attrName>ppt_x</p:attrName>
                                          <p:attrName>ppt_y</p:attrName>
                                        </p:attrNameLst>
                                      </p:cBhvr>
                                      <p:rCtr x="-11771" y="16435"/>
                                    </p:animMotion>
                                  </p:childTnLst>
                                </p:cTn>
                              </p:par>
                              <p:par>
                                <p:cTn id="164" presetID="53" presetClass="exit" presetSubtype="32" fill="hold" nodeType="withEffect">
                                  <p:stCondLst>
                                    <p:cond delay="0"/>
                                  </p:stCondLst>
                                  <p:childTnLst>
                                    <p:anim calcmode="lin" valueType="num">
                                      <p:cBhvr>
                                        <p:cTn id="165" dur="700"/>
                                        <p:tgtEl>
                                          <p:spTgt spid="73"/>
                                        </p:tgtEl>
                                        <p:attrNameLst>
                                          <p:attrName>ppt_w</p:attrName>
                                        </p:attrNameLst>
                                      </p:cBhvr>
                                      <p:tavLst>
                                        <p:tav tm="0">
                                          <p:val>
                                            <p:strVal val="ppt_w"/>
                                          </p:val>
                                        </p:tav>
                                        <p:tav tm="100000">
                                          <p:val>
                                            <p:fltVal val="0"/>
                                          </p:val>
                                        </p:tav>
                                      </p:tavLst>
                                    </p:anim>
                                    <p:anim calcmode="lin" valueType="num">
                                      <p:cBhvr>
                                        <p:cTn id="166" dur="700"/>
                                        <p:tgtEl>
                                          <p:spTgt spid="73"/>
                                        </p:tgtEl>
                                        <p:attrNameLst>
                                          <p:attrName>ppt_h</p:attrName>
                                        </p:attrNameLst>
                                      </p:cBhvr>
                                      <p:tavLst>
                                        <p:tav tm="0">
                                          <p:val>
                                            <p:strVal val="ppt_h"/>
                                          </p:val>
                                        </p:tav>
                                        <p:tav tm="100000">
                                          <p:val>
                                            <p:fltVal val="0"/>
                                          </p:val>
                                        </p:tav>
                                      </p:tavLst>
                                    </p:anim>
                                    <p:animEffect transition="out" filter="fade">
                                      <p:cBhvr>
                                        <p:cTn id="167" dur="700"/>
                                        <p:tgtEl>
                                          <p:spTgt spid="73"/>
                                        </p:tgtEl>
                                      </p:cBhvr>
                                    </p:animEffect>
                                    <p:set>
                                      <p:cBhvr>
                                        <p:cTn id="168" dur="1" fill="hold">
                                          <p:stCondLst>
                                            <p:cond delay="699"/>
                                          </p:stCondLst>
                                        </p:cTn>
                                        <p:tgtEl>
                                          <p:spTgt spid="73"/>
                                        </p:tgtEl>
                                        <p:attrNameLst>
                                          <p:attrName>style.visibility</p:attrName>
                                        </p:attrNameLst>
                                      </p:cBhvr>
                                      <p:to>
                                        <p:strVal val="hidden"/>
                                      </p:to>
                                    </p:set>
                                  </p:childTnLst>
                                </p:cTn>
                              </p:par>
                              <p:par>
                                <p:cTn id="169" presetID="42" presetClass="path" presetSubtype="0" accel="50000" decel="50000" fill="hold" nodeType="withEffect">
                                  <p:stCondLst>
                                    <p:cond delay="0"/>
                                  </p:stCondLst>
                                  <p:childTnLst>
                                    <p:animMotion origin="layout" path="M 5E-6 -8.64198E-7 L -0.37822 0.31327 " pathEditMode="relative" rAng="0" ptsTypes="AA">
                                      <p:cBhvr>
                                        <p:cTn id="170" dur="700" fill="hold"/>
                                        <p:tgtEl>
                                          <p:spTgt spid="73"/>
                                        </p:tgtEl>
                                        <p:attrNameLst>
                                          <p:attrName>ppt_x</p:attrName>
                                          <p:attrName>ppt_y</p:attrName>
                                        </p:attrNameLst>
                                      </p:cBhvr>
                                      <p:rCtr x="-18915" y="15664"/>
                                    </p:animMotion>
                                  </p:childTnLst>
                                </p:cTn>
                              </p:par>
                              <p:par>
                                <p:cTn id="171" presetID="53" presetClass="exit" presetSubtype="32" fill="hold" nodeType="withEffect">
                                  <p:stCondLst>
                                    <p:cond delay="0"/>
                                  </p:stCondLst>
                                  <p:childTnLst>
                                    <p:anim calcmode="lin" valueType="num">
                                      <p:cBhvr>
                                        <p:cTn id="172" dur="700"/>
                                        <p:tgtEl>
                                          <p:spTgt spid="77"/>
                                        </p:tgtEl>
                                        <p:attrNameLst>
                                          <p:attrName>ppt_w</p:attrName>
                                        </p:attrNameLst>
                                      </p:cBhvr>
                                      <p:tavLst>
                                        <p:tav tm="0">
                                          <p:val>
                                            <p:strVal val="ppt_w"/>
                                          </p:val>
                                        </p:tav>
                                        <p:tav tm="100000">
                                          <p:val>
                                            <p:fltVal val="0"/>
                                          </p:val>
                                        </p:tav>
                                      </p:tavLst>
                                    </p:anim>
                                    <p:anim calcmode="lin" valueType="num">
                                      <p:cBhvr>
                                        <p:cTn id="173" dur="700"/>
                                        <p:tgtEl>
                                          <p:spTgt spid="77"/>
                                        </p:tgtEl>
                                        <p:attrNameLst>
                                          <p:attrName>ppt_h</p:attrName>
                                        </p:attrNameLst>
                                      </p:cBhvr>
                                      <p:tavLst>
                                        <p:tav tm="0">
                                          <p:val>
                                            <p:strVal val="ppt_h"/>
                                          </p:val>
                                        </p:tav>
                                        <p:tav tm="100000">
                                          <p:val>
                                            <p:fltVal val="0"/>
                                          </p:val>
                                        </p:tav>
                                      </p:tavLst>
                                    </p:anim>
                                    <p:animEffect transition="out" filter="fade">
                                      <p:cBhvr>
                                        <p:cTn id="174" dur="700"/>
                                        <p:tgtEl>
                                          <p:spTgt spid="77"/>
                                        </p:tgtEl>
                                      </p:cBhvr>
                                    </p:animEffect>
                                    <p:set>
                                      <p:cBhvr>
                                        <p:cTn id="175" dur="1" fill="hold">
                                          <p:stCondLst>
                                            <p:cond delay="699"/>
                                          </p:stCondLst>
                                        </p:cTn>
                                        <p:tgtEl>
                                          <p:spTgt spid="77"/>
                                        </p:tgtEl>
                                        <p:attrNameLst>
                                          <p:attrName>style.visibility</p:attrName>
                                        </p:attrNameLst>
                                      </p:cBhvr>
                                      <p:to>
                                        <p:strVal val="hidden"/>
                                      </p:to>
                                    </p:set>
                                  </p:childTnLst>
                                </p:cTn>
                              </p:par>
                              <p:par>
                                <p:cTn id="176" presetID="42" presetClass="path" presetSubtype="0" accel="50000" decel="50000" fill="hold" nodeType="withEffect">
                                  <p:stCondLst>
                                    <p:cond delay="0"/>
                                  </p:stCondLst>
                                  <p:childTnLst>
                                    <p:animMotion origin="layout" path="M -1.38889E-6 3.95062E-6 L -0.46285 0.36203 " pathEditMode="relative" rAng="0" ptsTypes="AA">
                                      <p:cBhvr>
                                        <p:cTn id="177" dur="700" fill="hold"/>
                                        <p:tgtEl>
                                          <p:spTgt spid="77"/>
                                        </p:tgtEl>
                                        <p:attrNameLst>
                                          <p:attrName>ppt_x</p:attrName>
                                          <p:attrName>ppt_y</p:attrName>
                                        </p:attrNameLst>
                                      </p:cBhvr>
                                      <p:rCtr x="-23142" y="18102"/>
                                    </p:animMotion>
                                  </p:childTnLst>
                                </p:cTn>
                              </p:par>
                              <p:par>
                                <p:cTn id="178" presetID="53" presetClass="exit" presetSubtype="32" fill="hold" nodeType="withEffect">
                                  <p:stCondLst>
                                    <p:cond delay="0"/>
                                  </p:stCondLst>
                                  <p:childTnLst>
                                    <p:anim calcmode="lin" valueType="num">
                                      <p:cBhvr>
                                        <p:cTn id="179" dur="700"/>
                                        <p:tgtEl>
                                          <p:spTgt spid="81"/>
                                        </p:tgtEl>
                                        <p:attrNameLst>
                                          <p:attrName>ppt_w</p:attrName>
                                        </p:attrNameLst>
                                      </p:cBhvr>
                                      <p:tavLst>
                                        <p:tav tm="0">
                                          <p:val>
                                            <p:strVal val="ppt_w"/>
                                          </p:val>
                                        </p:tav>
                                        <p:tav tm="100000">
                                          <p:val>
                                            <p:fltVal val="0"/>
                                          </p:val>
                                        </p:tav>
                                      </p:tavLst>
                                    </p:anim>
                                    <p:anim calcmode="lin" valueType="num">
                                      <p:cBhvr>
                                        <p:cTn id="180" dur="700"/>
                                        <p:tgtEl>
                                          <p:spTgt spid="81"/>
                                        </p:tgtEl>
                                        <p:attrNameLst>
                                          <p:attrName>ppt_h</p:attrName>
                                        </p:attrNameLst>
                                      </p:cBhvr>
                                      <p:tavLst>
                                        <p:tav tm="0">
                                          <p:val>
                                            <p:strVal val="ppt_h"/>
                                          </p:val>
                                        </p:tav>
                                        <p:tav tm="100000">
                                          <p:val>
                                            <p:fltVal val="0"/>
                                          </p:val>
                                        </p:tav>
                                      </p:tavLst>
                                    </p:anim>
                                    <p:animEffect transition="out" filter="fade">
                                      <p:cBhvr>
                                        <p:cTn id="181" dur="700"/>
                                        <p:tgtEl>
                                          <p:spTgt spid="81"/>
                                        </p:tgtEl>
                                      </p:cBhvr>
                                    </p:animEffect>
                                    <p:set>
                                      <p:cBhvr>
                                        <p:cTn id="182" dur="1" fill="hold">
                                          <p:stCondLst>
                                            <p:cond delay="699"/>
                                          </p:stCondLst>
                                        </p:cTn>
                                        <p:tgtEl>
                                          <p:spTgt spid="81"/>
                                        </p:tgtEl>
                                        <p:attrNameLst>
                                          <p:attrName>style.visibility</p:attrName>
                                        </p:attrNameLst>
                                      </p:cBhvr>
                                      <p:to>
                                        <p:strVal val="hidden"/>
                                      </p:to>
                                    </p:set>
                                  </p:childTnLst>
                                </p:cTn>
                              </p:par>
                              <p:par>
                                <p:cTn id="183" presetID="42" presetClass="path" presetSubtype="0" accel="50000" decel="50000" fill="hold" nodeType="withEffect">
                                  <p:stCondLst>
                                    <p:cond delay="0"/>
                                  </p:stCondLst>
                                  <p:childTnLst>
                                    <p:animMotion origin="layout" path="M 3.47222E-6 -1.97531E-6 L -0.46259 0.16451 " pathEditMode="relative" rAng="0" ptsTypes="AA">
                                      <p:cBhvr>
                                        <p:cTn id="184" dur="700" fill="hold"/>
                                        <p:tgtEl>
                                          <p:spTgt spid="81"/>
                                        </p:tgtEl>
                                        <p:attrNameLst>
                                          <p:attrName>ppt_x</p:attrName>
                                          <p:attrName>ppt_y</p:attrName>
                                        </p:attrNameLst>
                                      </p:cBhvr>
                                      <p:rCtr x="-23134" y="8225"/>
                                    </p:animMotion>
                                  </p:childTnLst>
                                </p:cTn>
                              </p:par>
                              <p:par>
                                <p:cTn id="185" presetID="53" presetClass="exit" presetSubtype="32" fill="hold" nodeType="withEffect">
                                  <p:stCondLst>
                                    <p:cond delay="0"/>
                                  </p:stCondLst>
                                  <p:childTnLst>
                                    <p:anim calcmode="lin" valueType="num">
                                      <p:cBhvr>
                                        <p:cTn id="186" dur="700"/>
                                        <p:tgtEl>
                                          <p:spTgt spid="83"/>
                                        </p:tgtEl>
                                        <p:attrNameLst>
                                          <p:attrName>ppt_w</p:attrName>
                                        </p:attrNameLst>
                                      </p:cBhvr>
                                      <p:tavLst>
                                        <p:tav tm="0">
                                          <p:val>
                                            <p:strVal val="ppt_w"/>
                                          </p:val>
                                        </p:tav>
                                        <p:tav tm="100000">
                                          <p:val>
                                            <p:fltVal val="0"/>
                                          </p:val>
                                        </p:tav>
                                      </p:tavLst>
                                    </p:anim>
                                    <p:anim calcmode="lin" valueType="num">
                                      <p:cBhvr>
                                        <p:cTn id="187" dur="700"/>
                                        <p:tgtEl>
                                          <p:spTgt spid="83"/>
                                        </p:tgtEl>
                                        <p:attrNameLst>
                                          <p:attrName>ppt_h</p:attrName>
                                        </p:attrNameLst>
                                      </p:cBhvr>
                                      <p:tavLst>
                                        <p:tav tm="0">
                                          <p:val>
                                            <p:strVal val="ppt_h"/>
                                          </p:val>
                                        </p:tav>
                                        <p:tav tm="100000">
                                          <p:val>
                                            <p:fltVal val="0"/>
                                          </p:val>
                                        </p:tav>
                                      </p:tavLst>
                                    </p:anim>
                                    <p:animEffect transition="out" filter="fade">
                                      <p:cBhvr>
                                        <p:cTn id="188" dur="700"/>
                                        <p:tgtEl>
                                          <p:spTgt spid="83"/>
                                        </p:tgtEl>
                                      </p:cBhvr>
                                    </p:animEffect>
                                    <p:set>
                                      <p:cBhvr>
                                        <p:cTn id="189" dur="1" fill="hold">
                                          <p:stCondLst>
                                            <p:cond delay="699"/>
                                          </p:stCondLst>
                                        </p:cTn>
                                        <p:tgtEl>
                                          <p:spTgt spid="83"/>
                                        </p:tgtEl>
                                        <p:attrNameLst>
                                          <p:attrName>style.visibility</p:attrName>
                                        </p:attrNameLst>
                                      </p:cBhvr>
                                      <p:to>
                                        <p:strVal val="hidden"/>
                                      </p:to>
                                    </p:set>
                                  </p:childTnLst>
                                </p:cTn>
                              </p:par>
                              <p:par>
                                <p:cTn id="190" presetID="42" presetClass="path" presetSubtype="0" accel="50000" decel="50000" fill="hold" nodeType="withEffect">
                                  <p:stCondLst>
                                    <p:cond delay="0"/>
                                  </p:stCondLst>
                                  <p:childTnLst>
                                    <p:animMotion origin="layout" path="M 4.02778E-6 9.87654E-7 L -0.32266 -0.03688 " pathEditMode="relative" rAng="0" ptsTypes="AA">
                                      <p:cBhvr>
                                        <p:cTn id="191" dur="700" fill="hold"/>
                                        <p:tgtEl>
                                          <p:spTgt spid="83"/>
                                        </p:tgtEl>
                                        <p:attrNameLst>
                                          <p:attrName>ppt_x</p:attrName>
                                          <p:attrName>ppt_y</p:attrName>
                                        </p:attrNameLst>
                                      </p:cBhvr>
                                      <p:rCtr x="-16137" y="-1852"/>
                                    </p:animMotion>
                                  </p:childTnLst>
                                </p:cTn>
                              </p:par>
                              <p:par>
                                <p:cTn id="192" presetID="53" presetClass="exit" presetSubtype="32" fill="hold" nodeType="withEffect">
                                  <p:stCondLst>
                                    <p:cond delay="0"/>
                                  </p:stCondLst>
                                  <p:childTnLst>
                                    <p:anim calcmode="lin" valueType="num">
                                      <p:cBhvr>
                                        <p:cTn id="193" dur="700"/>
                                        <p:tgtEl>
                                          <p:spTgt spid="79"/>
                                        </p:tgtEl>
                                        <p:attrNameLst>
                                          <p:attrName>ppt_w</p:attrName>
                                        </p:attrNameLst>
                                      </p:cBhvr>
                                      <p:tavLst>
                                        <p:tav tm="0">
                                          <p:val>
                                            <p:strVal val="ppt_w"/>
                                          </p:val>
                                        </p:tav>
                                        <p:tav tm="100000">
                                          <p:val>
                                            <p:fltVal val="0"/>
                                          </p:val>
                                        </p:tav>
                                      </p:tavLst>
                                    </p:anim>
                                    <p:anim calcmode="lin" valueType="num">
                                      <p:cBhvr>
                                        <p:cTn id="194" dur="700"/>
                                        <p:tgtEl>
                                          <p:spTgt spid="79"/>
                                        </p:tgtEl>
                                        <p:attrNameLst>
                                          <p:attrName>ppt_h</p:attrName>
                                        </p:attrNameLst>
                                      </p:cBhvr>
                                      <p:tavLst>
                                        <p:tav tm="0">
                                          <p:val>
                                            <p:strVal val="ppt_h"/>
                                          </p:val>
                                        </p:tav>
                                        <p:tav tm="100000">
                                          <p:val>
                                            <p:fltVal val="0"/>
                                          </p:val>
                                        </p:tav>
                                      </p:tavLst>
                                    </p:anim>
                                    <p:animEffect transition="out" filter="fade">
                                      <p:cBhvr>
                                        <p:cTn id="195" dur="700"/>
                                        <p:tgtEl>
                                          <p:spTgt spid="79"/>
                                        </p:tgtEl>
                                      </p:cBhvr>
                                    </p:animEffect>
                                    <p:set>
                                      <p:cBhvr>
                                        <p:cTn id="196" dur="1" fill="hold">
                                          <p:stCondLst>
                                            <p:cond delay="699"/>
                                          </p:stCondLst>
                                        </p:cTn>
                                        <p:tgtEl>
                                          <p:spTgt spid="79"/>
                                        </p:tgtEl>
                                        <p:attrNameLst>
                                          <p:attrName>style.visibility</p:attrName>
                                        </p:attrNameLst>
                                      </p:cBhvr>
                                      <p:to>
                                        <p:strVal val="hidden"/>
                                      </p:to>
                                    </p:set>
                                  </p:childTnLst>
                                </p:cTn>
                              </p:par>
                              <p:par>
                                <p:cTn id="197" presetID="42" presetClass="path" presetSubtype="0" accel="50000" decel="50000" fill="hold" nodeType="withEffect">
                                  <p:stCondLst>
                                    <p:cond delay="0"/>
                                  </p:stCondLst>
                                  <p:childTnLst>
                                    <p:animMotion origin="layout" path="M 9.72222E-7 4.19753E-6 L -0.34948 0.14398 " pathEditMode="relative" rAng="0" ptsTypes="AA">
                                      <p:cBhvr>
                                        <p:cTn id="198" dur="700" fill="hold"/>
                                        <p:tgtEl>
                                          <p:spTgt spid="79"/>
                                        </p:tgtEl>
                                        <p:attrNameLst>
                                          <p:attrName>ppt_x</p:attrName>
                                          <p:attrName>ppt_y</p:attrName>
                                        </p:attrNameLst>
                                      </p:cBhvr>
                                      <p:rCtr x="-17474" y="7191"/>
                                    </p:animMotion>
                                  </p:childTnLst>
                                </p:cTn>
                              </p:par>
                              <p:par>
                                <p:cTn id="199" presetID="53" presetClass="exit" presetSubtype="32" fill="hold" nodeType="withEffect">
                                  <p:stCondLst>
                                    <p:cond delay="0"/>
                                  </p:stCondLst>
                                  <p:childTnLst>
                                    <p:anim calcmode="lin" valueType="num">
                                      <p:cBhvr>
                                        <p:cTn id="200" dur="700"/>
                                        <p:tgtEl>
                                          <p:spTgt spid="75"/>
                                        </p:tgtEl>
                                        <p:attrNameLst>
                                          <p:attrName>ppt_w</p:attrName>
                                        </p:attrNameLst>
                                      </p:cBhvr>
                                      <p:tavLst>
                                        <p:tav tm="0">
                                          <p:val>
                                            <p:strVal val="ppt_w"/>
                                          </p:val>
                                        </p:tav>
                                        <p:tav tm="100000">
                                          <p:val>
                                            <p:fltVal val="0"/>
                                          </p:val>
                                        </p:tav>
                                      </p:tavLst>
                                    </p:anim>
                                    <p:anim calcmode="lin" valueType="num">
                                      <p:cBhvr>
                                        <p:cTn id="201" dur="700"/>
                                        <p:tgtEl>
                                          <p:spTgt spid="75"/>
                                        </p:tgtEl>
                                        <p:attrNameLst>
                                          <p:attrName>ppt_h</p:attrName>
                                        </p:attrNameLst>
                                      </p:cBhvr>
                                      <p:tavLst>
                                        <p:tav tm="0">
                                          <p:val>
                                            <p:strVal val="ppt_h"/>
                                          </p:val>
                                        </p:tav>
                                        <p:tav tm="100000">
                                          <p:val>
                                            <p:fltVal val="0"/>
                                          </p:val>
                                        </p:tav>
                                      </p:tavLst>
                                    </p:anim>
                                    <p:animEffect transition="out" filter="fade">
                                      <p:cBhvr>
                                        <p:cTn id="202" dur="700"/>
                                        <p:tgtEl>
                                          <p:spTgt spid="75"/>
                                        </p:tgtEl>
                                      </p:cBhvr>
                                    </p:animEffect>
                                    <p:set>
                                      <p:cBhvr>
                                        <p:cTn id="203" dur="1" fill="hold">
                                          <p:stCondLst>
                                            <p:cond delay="699"/>
                                          </p:stCondLst>
                                        </p:cTn>
                                        <p:tgtEl>
                                          <p:spTgt spid="75"/>
                                        </p:tgtEl>
                                        <p:attrNameLst>
                                          <p:attrName>style.visibility</p:attrName>
                                        </p:attrNameLst>
                                      </p:cBhvr>
                                      <p:to>
                                        <p:strVal val="hidden"/>
                                      </p:to>
                                    </p:set>
                                  </p:childTnLst>
                                </p:cTn>
                              </p:par>
                              <p:par>
                                <p:cTn id="204" presetID="42" presetClass="path" presetSubtype="0" accel="50000" decel="50000" fill="hold" nodeType="withEffect">
                                  <p:stCondLst>
                                    <p:cond delay="0"/>
                                  </p:stCondLst>
                                  <p:childTnLst>
                                    <p:animMotion origin="layout" path="M 2.22222E-6 4.19753E-6 L -0.24419 0.17901 " pathEditMode="relative" rAng="0" ptsTypes="AA">
                                      <p:cBhvr>
                                        <p:cTn id="205" dur="700" fill="hold"/>
                                        <p:tgtEl>
                                          <p:spTgt spid="75"/>
                                        </p:tgtEl>
                                        <p:attrNameLst>
                                          <p:attrName>ppt_x</p:attrName>
                                          <p:attrName>ppt_y</p:attrName>
                                        </p:attrNameLst>
                                      </p:cBhvr>
                                      <p:rCtr x="-12214" y="8951"/>
                                    </p:animMotion>
                                  </p:childTnLst>
                                </p:cTn>
                              </p:par>
                              <p:par>
                                <p:cTn id="206" presetID="6" presetClass="emph" presetSubtype="0" accel="5000" decel="5000" autoRev="1" fill="hold" nodeType="withEffect">
                                  <p:stCondLst>
                                    <p:cond delay="0"/>
                                  </p:stCondLst>
                                  <p:childTnLst>
                                    <p:animScale>
                                      <p:cBhvr>
                                        <p:cTn id="207" dur="200" fill="hold"/>
                                        <p:tgtEl>
                                          <p:spTgt spid="7"/>
                                        </p:tgtEl>
                                      </p:cBhvr>
                                      <p:by x="150000" y="150000"/>
                                    </p:animScale>
                                  </p:childTnLst>
                                </p:cTn>
                              </p:par>
                            </p:childTnLst>
                          </p:cTn>
                        </p:par>
                      </p:childTnLst>
                    </p:cTn>
                  </p:par>
                </p:childTnLst>
              </p:cTn>
              <p:nextCondLst>
                <p:cond evt="onClick" delay="0">
                  <p:tgtEl>
                    <p:spTgt spid="7"/>
                  </p:tgtEl>
                </p:cond>
              </p:nextCondLst>
            </p:seq>
            <p:seq concurrent="1" nextAc="seek">
              <p:cTn id="208" restart="whenNotActive" fill="hold" evtFilter="cancelBubble" nodeType="interactiveSeq">
                <p:stCondLst>
                  <p:cond evt="onClick" delay="0">
                    <p:tgtEl>
                      <p:spTgt spid="32"/>
                    </p:tgtEl>
                  </p:cond>
                </p:stCondLst>
                <p:endSync evt="end" delay="0">
                  <p:rtn val="all"/>
                </p:endSync>
                <p:childTnLst>
                  <p:par>
                    <p:cTn id="209" fill="hold">
                      <p:stCondLst>
                        <p:cond delay="0"/>
                      </p:stCondLst>
                      <p:childTnLst>
                        <p:par>
                          <p:cTn id="210" fill="hold">
                            <p:stCondLst>
                              <p:cond delay="0"/>
                            </p:stCondLst>
                            <p:childTnLst>
                              <p:par>
                                <p:cTn id="211" presetID="6" presetClass="emph" presetSubtype="0" accel="50000" decel="50000" autoRev="1" fill="hold" nodeType="withEffect">
                                  <p:stCondLst>
                                    <p:cond delay="0"/>
                                  </p:stCondLst>
                                  <p:childTnLst>
                                    <p:animScale>
                                      <p:cBhvr>
                                        <p:cTn id="212" dur="200" fill="hold"/>
                                        <p:tgtEl>
                                          <p:spTgt spid="32"/>
                                        </p:tgtEl>
                                      </p:cBhvr>
                                      <p:by x="90000" y="90000"/>
                                    </p:animScale>
                                  </p:childTnLst>
                                </p:cTn>
                              </p:par>
                              <p:par>
                                <p:cTn id="213" presetID="6" presetClass="emph" presetSubtype="0" accel="50000" decel="50000" autoRev="1" fill="hold" nodeType="withEffect">
                                  <p:stCondLst>
                                    <p:cond delay="0"/>
                                  </p:stCondLst>
                                  <p:childTnLst>
                                    <p:animScale>
                                      <p:cBhvr>
                                        <p:cTn id="214" dur="200" fill="hold"/>
                                        <p:tgtEl>
                                          <p:spTgt spid="32"/>
                                        </p:tgtEl>
                                      </p:cBhvr>
                                      <p:by x="90000" y="90000"/>
                                    </p:animScale>
                                  </p:childTnLst>
                                </p:cTn>
                              </p:par>
                            </p:childTnLst>
                          </p:cTn>
                        </p:par>
                      </p:childTnLst>
                    </p:cTn>
                  </p:par>
                </p:childTnLst>
              </p:cTn>
              <p:nextCondLst>
                <p:cond evt="onClick" delay="0">
                  <p:tgtEl>
                    <p:spTgt spid="32"/>
                  </p:tgtEl>
                </p:cond>
              </p:nextCondLst>
            </p:seq>
          </p:childTnLst>
        </p:cTn>
      </p:par>
    </p:tnLst>
    <p:bldLst>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70000"/>
        </a:solidFill>
        <a:effectLst/>
      </p:bgPr>
    </p:bg>
    <p:spTree>
      <p:nvGrpSpPr>
        <p:cNvPr id="1" name=""/>
        <p:cNvGrpSpPr/>
        <p:nvPr/>
      </p:nvGrpSpPr>
      <p:grpSpPr>
        <a:xfrm>
          <a:off x="0" y="0"/>
          <a:ext cx="0" cy="0"/>
          <a:chOff x="0" y="0"/>
          <a:chExt cx="0" cy="0"/>
        </a:xfrm>
      </p:grpSpPr>
      <p:sp>
        <p:nvSpPr>
          <p:cNvPr id="5" name="AutoShape 5"/>
          <p:cNvSpPr/>
          <p:nvPr/>
        </p:nvSpPr>
        <p:spPr>
          <a:xfrm flipH="1">
            <a:off x="4831645" y="1535300"/>
            <a:ext cx="11288" cy="3725326"/>
          </a:xfrm>
          <a:prstGeom prst="line">
            <a:avLst/>
          </a:prstGeom>
          <a:ln w="38100" cap="flat">
            <a:solidFill>
              <a:srgbClr val="DDB974"/>
            </a:solidFill>
            <a:prstDash val="solid"/>
            <a:headEnd type="none" w="sm" len="sm"/>
            <a:tailEnd type="none" w="sm" len="sm"/>
          </a:ln>
        </p:spPr>
      </p:sp>
      <p:sp>
        <p:nvSpPr>
          <p:cNvPr id="6" name="Freeform 4">
            <a:extLst>
              <a:ext uri="{FF2B5EF4-FFF2-40B4-BE49-F238E27FC236}">
                <a16:creationId xmlns:a16="http://schemas.microsoft.com/office/drawing/2014/main" id="{A5EFC04E-25DD-45DF-BF1E-2E1E3EA7EA15}"/>
              </a:ext>
            </a:extLst>
          </p:cNvPr>
          <p:cNvSpPr/>
          <p:nvPr/>
        </p:nvSpPr>
        <p:spPr>
          <a:xfrm rot="5400000">
            <a:off x="10735070" y="541235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5">
            <a:extLst>
              <a:ext uri="{FF2B5EF4-FFF2-40B4-BE49-F238E27FC236}">
                <a16:creationId xmlns:a16="http://schemas.microsoft.com/office/drawing/2014/main" id="{74F4A212-78B2-4458-90C1-BD15529A19E9}"/>
              </a:ext>
            </a:extLst>
          </p:cNvPr>
          <p:cNvSpPr/>
          <p:nvPr/>
        </p:nvSpPr>
        <p:spPr>
          <a:xfrm rot="10800000">
            <a:off x="-4089" y="540106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AutoShape 6">
            <a:extLst>
              <a:ext uri="{FF2B5EF4-FFF2-40B4-BE49-F238E27FC236}">
                <a16:creationId xmlns:a16="http://schemas.microsoft.com/office/drawing/2014/main" id="{E03A4D2E-7C93-4BC8-A634-D12FEF5DE940}"/>
              </a:ext>
            </a:extLst>
          </p:cNvPr>
          <p:cNvSpPr/>
          <p:nvPr/>
        </p:nvSpPr>
        <p:spPr>
          <a:xfrm>
            <a:off x="2212236" y="6789773"/>
            <a:ext cx="7767529" cy="0"/>
          </a:xfrm>
          <a:prstGeom prst="line">
            <a:avLst/>
          </a:prstGeom>
          <a:ln w="28575" cap="flat">
            <a:solidFill>
              <a:srgbClr val="DDB974"/>
            </a:solidFill>
            <a:prstDash val="solid"/>
            <a:headEnd type="none" w="sm" len="sm"/>
            <a:tailEnd type="none" w="sm" len="sm"/>
          </a:ln>
        </p:spPr>
      </p:sp>
      <p:sp>
        <p:nvSpPr>
          <p:cNvPr id="10" name="AutoShape 5">
            <a:extLst>
              <a:ext uri="{FF2B5EF4-FFF2-40B4-BE49-F238E27FC236}">
                <a16:creationId xmlns:a16="http://schemas.microsoft.com/office/drawing/2014/main" id="{1864BDB6-AE0C-4178-A609-B36F6985576C}"/>
              </a:ext>
            </a:extLst>
          </p:cNvPr>
          <p:cNvSpPr/>
          <p:nvPr/>
        </p:nvSpPr>
        <p:spPr>
          <a:xfrm>
            <a:off x="1506018" y="98775"/>
            <a:ext cx="9116341" cy="0"/>
          </a:xfrm>
          <a:prstGeom prst="line">
            <a:avLst/>
          </a:prstGeom>
          <a:ln w="38100" cap="flat">
            <a:solidFill>
              <a:srgbClr val="DDB974"/>
            </a:solidFill>
            <a:prstDash val="solid"/>
            <a:headEnd type="none" w="sm" len="sm"/>
            <a:tailEnd type="none" w="sm" len="sm"/>
          </a:ln>
        </p:spPr>
      </p:sp>
      <p:sp>
        <p:nvSpPr>
          <p:cNvPr id="11" name="Freeform 3">
            <a:extLst>
              <a:ext uri="{FF2B5EF4-FFF2-40B4-BE49-F238E27FC236}">
                <a16:creationId xmlns:a16="http://schemas.microsoft.com/office/drawing/2014/main" id="{CC3BB8DC-E8C2-4B1F-B114-5D6B4369C289}"/>
              </a:ext>
            </a:extLst>
          </p:cNvPr>
          <p:cNvSpPr/>
          <p:nvPr/>
        </p:nvSpPr>
        <p:spPr>
          <a:xfrm rot="16200000">
            <a:off x="-14420"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2">
            <a:extLst>
              <a:ext uri="{FF2B5EF4-FFF2-40B4-BE49-F238E27FC236}">
                <a16:creationId xmlns:a16="http://schemas.microsoft.com/office/drawing/2014/main" id="{F5D342F5-658E-4941-8F35-FD4788B007F2}"/>
              </a:ext>
            </a:extLst>
          </p:cNvPr>
          <p:cNvSpPr/>
          <p:nvPr/>
        </p:nvSpPr>
        <p:spPr>
          <a:xfrm>
            <a:off x="10793526"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4" name="Freeform 10">
            <a:extLst>
              <a:ext uri="{FF2B5EF4-FFF2-40B4-BE49-F238E27FC236}">
                <a16:creationId xmlns:a16="http://schemas.microsoft.com/office/drawing/2014/main" id="{E31F1175-0AC9-418D-9846-7CABF65B611D}"/>
              </a:ext>
            </a:extLst>
          </p:cNvPr>
          <p:cNvSpPr/>
          <p:nvPr/>
        </p:nvSpPr>
        <p:spPr>
          <a:xfrm>
            <a:off x="105933" y="1926594"/>
            <a:ext cx="1362289" cy="2721307"/>
          </a:xfrm>
          <a:custGeom>
            <a:avLst/>
            <a:gdLst/>
            <a:ahLst/>
            <a:cxnLst/>
            <a:rect l="l" t="t" r="r" b="b"/>
            <a:pathLst>
              <a:path w="1362289" h="2721307">
                <a:moveTo>
                  <a:pt x="0" y="0"/>
                </a:moveTo>
                <a:lnTo>
                  <a:pt x="1362289" y="0"/>
                </a:lnTo>
                <a:lnTo>
                  <a:pt x="1362289" y="2721306"/>
                </a:lnTo>
                <a:lnTo>
                  <a:pt x="0" y="2721306"/>
                </a:lnTo>
                <a:lnTo>
                  <a:pt x="0" y="0"/>
                </a:lnTo>
                <a:close/>
              </a:path>
            </a:pathLst>
          </a:custGeom>
          <a:blipFill>
            <a:blip r:embed="rId5">
              <a:extLst>
                <a:ext uri="{96DAC541-7B7A-43D3-8B79-37D633B846F1}">
                  <asvg:svgBlip xmlns:asvg="http://schemas.microsoft.com/office/drawing/2016/SVG/main" r:embed="rId6"/>
                </a:ext>
              </a:extLst>
            </a:blip>
            <a:stretch>
              <a:fillRect r="-182845"/>
            </a:stretch>
          </a:blipFill>
        </p:spPr>
      </p:sp>
      <p:sp>
        <p:nvSpPr>
          <p:cNvPr id="15" name="Freeform 11">
            <a:extLst>
              <a:ext uri="{FF2B5EF4-FFF2-40B4-BE49-F238E27FC236}">
                <a16:creationId xmlns:a16="http://schemas.microsoft.com/office/drawing/2014/main" id="{2692963C-C103-480C-8388-E71D907D0CDE}"/>
              </a:ext>
            </a:extLst>
          </p:cNvPr>
          <p:cNvSpPr/>
          <p:nvPr/>
        </p:nvSpPr>
        <p:spPr>
          <a:xfrm rot="21417364" flipH="1">
            <a:off x="10739136" y="1864132"/>
            <a:ext cx="1362289" cy="2721307"/>
          </a:xfrm>
          <a:custGeom>
            <a:avLst/>
            <a:gdLst/>
            <a:ahLst/>
            <a:cxnLst/>
            <a:rect l="l" t="t" r="r" b="b"/>
            <a:pathLst>
              <a:path w="1362289" h="2721307">
                <a:moveTo>
                  <a:pt x="1362289" y="0"/>
                </a:moveTo>
                <a:lnTo>
                  <a:pt x="0" y="0"/>
                </a:lnTo>
                <a:lnTo>
                  <a:pt x="0" y="2721306"/>
                </a:lnTo>
                <a:lnTo>
                  <a:pt x="1362289" y="2721306"/>
                </a:lnTo>
                <a:lnTo>
                  <a:pt x="1362289" y="0"/>
                </a:lnTo>
                <a:close/>
              </a:path>
            </a:pathLst>
          </a:custGeom>
          <a:blipFill>
            <a:blip r:embed="rId5">
              <a:extLst>
                <a:ext uri="{96DAC541-7B7A-43D3-8B79-37D633B846F1}">
                  <asvg:svgBlip xmlns:asvg="http://schemas.microsoft.com/office/drawing/2016/SVG/main" r:embed="rId6"/>
                </a:ext>
              </a:extLst>
            </a:blip>
            <a:stretch>
              <a:fillRect r="-182845"/>
            </a:stretch>
          </a:blipFill>
        </p:spPr>
        <p:txBody>
          <a:bodyPr/>
          <a:lstStyle/>
          <a:p>
            <a:endParaRPr lang="fr-FR" dirty="0"/>
          </a:p>
        </p:txBody>
      </p:sp>
      <p:sp>
        <p:nvSpPr>
          <p:cNvPr id="3" name="Rectangle 2">
            <a:extLst>
              <a:ext uri="{FF2B5EF4-FFF2-40B4-BE49-F238E27FC236}">
                <a16:creationId xmlns:a16="http://schemas.microsoft.com/office/drawing/2014/main" id="{5394A99A-A25F-4B78-8B32-498727839BF5}"/>
              </a:ext>
            </a:extLst>
          </p:cNvPr>
          <p:cNvSpPr/>
          <p:nvPr/>
        </p:nvSpPr>
        <p:spPr>
          <a:xfrm>
            <a:off x="1029481" y="2960445"/>
            <a:ext cx="3520516" cy="830997"/>
          </a:xfrm>
          <a:prstGeom prst="rect">
            <a:avLst/>
          </a:prstGeom>
        </p:spPr>
        <p:txBody>
          <a:bodyPr wrap="none">
            <a:spAutoFit/>
          </a:bodyPr>
          <a:lstStyle/>
          <a:p>
            <a:r>
              <a:rPr lang="fr-FR" sz="4800" b="1" dirty="0">
                <a:solidFill>
                  <a:srgbClr val="DDB974"/>
                </a:solidFill>
                <a:latin typeface="Monotype Corsiva" panose="03010101010201010101" pitchFamily="66" charset="0"/>
                <a:cs typeface="Times New Roman" panose="02020603050405020304" pitchFamily="18" charset="0"/>
              </a:rPr>
              <a:t> </a:t>
            </a:r>
            <a:r>
              <a:rPr lang="fr-FR" sz="3600" b="1" dirty="0">
                <a:solidFill>
                  <a:srgbClr val="DDB974"/>
                </a:solidFill>
                <a:latin typeface="Monotype Corsiva" panose="03010101010201010101" pitchFamily="66" charset="0"/>
                <a:cs typeface="Times New Roman" panose="02020603050405020304" pitchFamily="18" charset="0"/>
              </a:rPr>
              <a:t>INTRODUCTION</a:t>
            </a:r>
          </a:p>
        </p:txBody>
      </p:sp>
      <p:sp>
        <p:nvSpPr>
          <p:cNvPr id="4" name="Rectangle 3">
            <a:extLst>
              <a:ext uri="{FF2B5EF4-FFF2-40B4-BE49-F238E27FC236}">
                <a16:creationId xmlns:a16="http://schemas.microsoft.com/office/drawing/2014/main" id="{A6CAB11F-155E-41B4-BB02-F5CDF2738D82}"/>
              </a:ext>
            </a:extLst>
          </p:cNvPr>
          <p:cNvSpPr/>
          <p:nvPr/>
        </p:nvSpPr>
        <p:spPr>
          <a:xfrm>
            <a:off x="5342669" y="1926594"/>
            <a:ext cx="5279690" cy="2816156"/>
          </a:xfrm>
          <a:prstGeom prst="rect">
            <a:avLst/>
          </a:prstGeom>
          <a:ln>
            <a:solidFill>
              <a:srgbClr val="DDB974"/>
            </a:solidFill>
          </a:ln>
        </p:spPr>
        <p:txBody>
          <a:bodyPr wrap="square">
            <a:spAutoFit/>
          </a:bodyPr>
          <a:lstStyle/>
          <a:p>
            <a:pPr algn="just">
              <a:lnSpc>
                <a:spcPct val="150000"/>
              </a:lnSpc>
            </a:pPr>
            <a:r>
              <a:rPr lang="fr-FR" sz="2400" dirty="0">
                <a:solidFill>
                  <a:srgbClr val="DDB974"/>
                </a:solidFill>
                <a:latin typeface="Monotype Corsiva" panose="03010101010201010101" pitchFamily="66" charset="0"/>
                <a:ea typeface="Century Gothic" panose="020B0502020202020204" pitchFamily="34" charset="0"/>
              </a:rPr>
              <a:t>Le cinéma est l'une des industries culturelles les plus influentes au monde générant des milliards de dollars de recettes chaque année et reflétant les tendances sociales, économiques et artistiques de chaque époque.</a:t>
            </a:r>
            <a:endParaRPr lang="fr-FR" sz="2400" dirty="0">
              <a:solidFill>
                <a:srgbClr val="DDB974"/>
              </a:solidFill>
              <a:latin typeface="Monotype Corsiva" panose="03010101010201010101" pitchFamily="66" charset="0"/>
            </a:endParaRPr>
          </a:p>
        </p:txBody>
      </p:sp>
      <p:grpSp>
        <p:nvGrpSpPr>
          <p:cNvPr id="26" name="Group 21">
            <a:extLst>
              <a:ext uri="{FF2B5EF4-FFF2-40B4-BE49-F238E27FC236}">
                <a16:creationId xmlns:a16="http://schemas.microsoft.com/office/drawing/2014/main" id="{0A0DD63D-26BB-44C3-8AF9-45F61A25206E}"/>
              </a:ext>
            </a:extLst>
          </p:cNvPr>
          <p:cNvGrpSpPr/>
          <p:nvPr/>
        </p:nvGrpSpPr>
        <p:grpSpPr>
          <a:xfrm>
            <a:off x="2157046" y="2256161"/>
            <a:ext cx="1241720" cy="524966"/>
            <a:chOff x="0" y="0"/>
            <a:chExt cx="1655627" cy="699955"/>
          </a:xfrm>
        </p:grpSpPr>
        <p:grpSp>
          <p:nvGrpSpPr>
            <p:cNvPr id="27" name="Group 22">
              <a:extLst>
                <a:ext uri="{FF2B5EF4-FFF2-40B4-BE49-F238E27FC236}">
                  <a16:creationId xmlns:a16="http://schemas.microsoft.com/office/drawing/2014/main" id="{C5788AA4-78E7-4434-B869-A6110D897E04}"/>
                </a:ext>
              </a:extLst>
            </p:cNvPr>
            <p:cNvGrpSpPr/>
            <p:nvPr/>
          </p:nvGrpSpPr>
          <p:grpSpPr>
            <a:xfrm>
              <a:off x="460624" y="0"/>
              <a:ext cx="734379" cy="699955"/>
              <a:chOff x="0" y="0"/>
              <a:chExt cx="812800" cy="774700"/>
            </a:xfrm>
          </p:grpSpPr>
          <p:sp>
            <p:nvSpPr>
              <p:cNvPr id="34" name="Freeform 23">
                <a:extLst>
                  <a:ext uri="{FF2B5EF4-FFF2-40B4-BE49-F238E27FC236}">
                    <a16:creationId xmlns:a16="http://schemas.microsoft.com/office/drawing/2014/main" id="{806B90AA-6C13-425C-800E-4EE6682145F8}"/>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5" name="TextBox 24">
                <a:extLst>
                  <a:ext uri="{FF2B5EF4-FFF2-40B4-BE49-F238E27FC236}">
                    <a16:creationId xmlns:a16="http://schemas.microsoft.com/office/drawing/2014/main" id="{3DF0D016-CF54-4E37-8218-5BB3E7B82250}"/>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28" name="Group 25">
              <a:extLst>
                <a:ext uri="{FF2B5EF4-FFF2-40B4-BE49-F238E27FC236}">
                  <a16:creationId xmlns:a16="http://schemas.microsoft.com/office/drawing/2014/main" id="{5D94C94A-D9D7-4347-903D-12BB54F2B336}"/>
                </a:ext>
              </a:extLst>
            </p:cNvPr>
            <p:cNvGrpSpPr/>
            <p:nvPr/>
          </p:nvGrpSpPr>
          <p:grpSpPr>
            <a:xfrm>
              <a:off x="1195003" y="260923"/>
              <a:ext cx="460624" cy="439032"/>
              <a:chOff x="0" y="0"/>
              <a:chExt cx="812800" cy="774700"/>
            </a:xfrm>
          </p:grpSpPr>
          <p:sp>
            <p:nvSpPr>
              <p:cNvPr id="32" name="Freeform 26">
                <a:extLst>
                  <a:ext uri="{FF2B5EF4-FFF2-40B4-BE49-F238E27FC236}">
                    <a16:creationId xmlns:a16="http://schemas.microsoft.com/office/drawing/2014/main" id="{2462886E-A136-4B2E-8B14-B17B7322E7C6}"/>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3" name="TextBox 27">
                <a:extLst>
                  <a:ext uri="{FF2B5EF4-FFF2-40B4-BE49-F238E27FC236}">
                    <a16:creationId xmlns:a16="http://schemas.microsoft.com/office/drawing/2014/main" id="{77789EC6-271C-445A-96C5-4D306A507014}"/>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29" name="Group 28">
              <a:extLst>
                <a:ext uri="{FF2B5EF4-FFF2-40B4-BE49-F238E27FC236}">
                  <a16:creationId xmlns:a16="http://schemas.microsoft.com/office/drawing/2014/main" id="{D13D9B78-D69D-4D1C-BFBE-ADC5310F11ED}"/>
                </a:ext>
              </a:extLst>
            </p:cNvPr>
            <p:cNvGrpSpPr/>
            <p:nvPr/>
          </p:nvGrpSpPr>
          <p:grpSpPr>
            <a:xfrm>
              <a:off x="0" y="260923"/>
              <a:ext cx="460624" cy="439032"/>
              <a:chOff x="0" y="0"/>
              <a:chExt cx="812800" cy="774700"/>
            </a:xfrm>
          </p:grpSpPr>
          <p:sp>
            <p:nvSpPr>
              <p:cNvPr id="30" name="Freeform 29">
                <a:extLst>
                  <a:ext uri="{FF2B5EF4-FFF2-40B4-BE49-F238E27FC236}">
                    <a16:creationId xmlns:a16="http://schemas.microsoft.com/office/drawing/2014/main" id="{DA545352-BA14-43A3-9C73-4E4708D164FF}"/>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1" name="TextBox 30">
                <a:extLst>
                  <a:ext uri="{FF2B5EF4-FFF2-40B4-BE49-F238E27FC236}">
                    <a16:creationId xmlns:a16="http://schemas.microsoft.com/office/drawing/2014/main" id="{820B85C9-FDF0-442E-A314-E3DC8E57867D}"/>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grpSp>
        <p:nvGrpSpPr>
          <p:cNvPr id="36" name="Group 21">
            <a:extLst>
              <a:ext uri="{FF2B5EF4-FFF2-40B4-BE49-F238E27FC236}">
                <a16:creationId xmlns:a16="http://schemas.microsoft.com/office/drawing/2014/main" id="{A0AEAD49-BCCA-4B44-BB70-6FB6D7C0D8E5}"/>
              </a:ext>
            </a:extLst>
          </p:cNvPr>
          <p:cNvGrpSpPr/>
          <p:nvPr/>
        </p:nvGrpSpPr>
        <p:grpSpPr>
          <a:xfrm>
            <a:off x="5342669" y="6107130"/>
            <a:ext cx="1241720" cy="524966"/>
            <a:chOff x="0" y="0"/>
            <a:chExt cx="1655627" cy="699955"/>
          </a:xfrm>
        </p:grpSpPr>
        <p:grpSp>
          <p:nvGrpSpPr>
            <p:cNvPr id="37" name="Group 22">
              <a:extLst>
                <a:ext uri="{FF2B5EF4-FFF2-40B4-BE49-F238E27FC236}">
                  <a16:creationId xmlns:a16="http://schemas.microsoft.com/office/drawing/2014/main" id="{05D62B93-F0EA-4547-B789-E857638371F5}"/>
                </a:ext>
              </a:extLst>
            </p:cNvPr>
            <p:cNvGrpSpPr/>
            <p:nvPr/>
          </p:nvGrpSpPr>
          <p:grpSpPr>
            <a:xfrm>
              <a:off x="460624" y="0"/>
              <a:ext cx="734379" cy="699955"/>
              <a:chOff x="0" y="0"/>
              <a:chExt cx="812800" cy="774700"/>
            </a:xfrm>
          </p:grpSpPr>
          <p:sp>
            <p:nvSpPr>
              <p:cNvPr id="44" name="Freeform 23">
                <a:extLst>
                  <a:ext uri="{FF2B5EF4-FFF2-40B4-BE49-F238E27FC236}">
                    <a16:creationId xmlns:a16="http://schemas.microsoft.com/office/drawing/2014/main" id="{0170EBBE-FD4C-4205-938C-9E89D7968E0F}"/>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5" name="TextBox 24">
                <a:extLst>
                  <a:ext uri="{FF2B5EF4-FFF2-40B4-BE49-F238E27FC236}">
                    <a16:creationId xmlns:a16="http://schemas.microsoft.com/office/drawing/2014/main" id="{0F16A19F-AD34-4EFE-BE18-4EC1CFC28945}"/>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38" name="Group 25">
              <a:extLst>
                <a:ext uri="{FF2B5EF4-FFF2-40B4-BE49-F238E27FC236}">
                  <a16:creationId xmlns:a16="http://schemas.microsoft.com/office/drawing/2014/main" id="{DF3CCC6B-C6C5-4E4F-A089-C0ED285E9518}"/>
                </a:ext>
              </a:extLst>
            </p:cNvPr>
            <p:cNvGrpSpPr/>
            <p:nvPr/>
          </p:nvGrpSpPr>
          <p:grpSpPr>
            <a:xfrm>
              <a:off x="1195003" y="260923"/>
              <a:ext cx="460624" cy="439032"/>
              <a:chOff x="0" y="0"/>
              <a:chExt cx="812800" cy="774700"/>
            </a:xfrm>
          </p:grpSpPr>
          <p:sp>
            <p:nvSpPr>
              <p:cNvPr id="42" name="Freeform 26">
                <a:extLst>
                  <a:ext uri="{FF2B5EF4-FFF2-40B4-BE49-F238E27FC236}">
                    <a16:creationId xmlns:a16="http://schemas.microsoft.com/office/drawing/2014/main" id="{1DEC51DD-5C7D-4243-A72B-F1E4F2637E15}"/>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3" name="TextBox 27">
                <a:extLst>
                  <a:ext uri="{FF2B5EF4-FFF2-40B4-BE49-F238E27FC236}">
                    <a16:creationId xmlns:a16="http://schemas.microsoft.com/office/drawing/2014/main" id="{04A3DD6B-EF55-45A6-AF53-6EB5E478A9B6}"/>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39" name="Group 28">
              <a:extLst>
                <a:ext uri="{FF2B5EF4-FFF2-40B4-BE49-F238E27FC236}">
                  <a16:creationId xmlns:a16="http://schemas.microsoft.com/office/drawing/2014/main" id="{1B210040-BE34-4DA2-8A6E-BF3BEAB7EEEF}"/>
                </a:ext>
              </a:extLst>
            </p:cNvPr>
            <p:cNvGrpSpPr/>
            <p:nvPr/>
          </p:nvGrpSpPr>
          <p:grpSpPr>
            <a:xfrm>
              <a:off x="0" y="260923"/>
              <a:ext cx="460624" cy="439032"/>
              <a:chOff x="0" y="0"/>
              <a:chExt cx="812800" cy="774700"/>
            </a:xfrm>
          </p:grpSpPr>
          <p:sp>
            <p:nvSpPr>
              <p:cNvPr id="40" name="Freeform 29">
                <a:extLst>
                  <a:ext uri="{FF2B5EF4-FFF2-40B4-BE49-F238E27FC236}">
                    <a16:creationId xmlns:a16="http://schemas.microsoft.com/office/drawing/2014/main" id="{FC1BE7B8-7287-4374-A1CD-9BAA5619D6A9}"/>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1" name="TextBox 30">
                <a:extLst>
                  <a:ext uri="{FF2B5EF4-FFF2-40B4-BE49-F238E27FC236}">
                    <a16:creationId xmlns:a16="http://schemas.microsoft.com/office/drawing/2014/main" id="{F4AFE01A-C19E-45B4-A58E-62980B1B3824}"/>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grpSp>
        <p:nvGrpSpPr>
          <p:cNvPr id="46" name="Group 21">
            <a:extLst>
              <a:ext uri="{FF2B5EF4-FFF2-40B4-BE49-F238E27FC236}">
                <a16:creationId xmlns:a16="http://schemas.microsoft.com/office/drawing/2014/main" id="{2A1E7145-F345-4611-8AB7-4EED97236ECD}"/>
              </a:ext>
            </a:extLst>
          </p:cNvPr>
          <p:cNvGrpSpPr/>
          <p:nvPr/>
        </p:nvGrpSpPr>
        <p:grpSpPr>
          <a:xfrm>
            <a:off x="10229505" y="299731"/>
            <a:ext cx="1241720" cy="524966"/>
            <a:chOff x="0" y="0"/>
            <a:chExt cx="1655627" cy="699955"/>
          </a:xfrm>
        </p:grpSpPr>
        <p:grpSp>
          <p:nvGrpSpPr>
            <p:cNvPr id="47" name="Group 22">
              <a:extLst>
                <a:ext uri="{FF2B5EF4-FFF2-40B4-BE49-F238E27FC236}">
                  <a16:creationId xmlns:a16="http://schemas.microsoft.com/office/drawing/2014/main" id="{DF54D062-46F7-4842-8648-731B1B1BAD08}"/>
                </a:ext>
              </a:extLst>
            </p:cNvPr>
            <p:cNvGrpSpPr/>
            <p:nvPr/>
          </p:nvGrpSpPr>
          <p:grpSpPr>
            <a:xfrm>
              <a:off x="460624" y="0"/>
              <a:ext cx="734379" cy="699955"/>
              <a:chOff x="0" y="0"/>
              <a:chExt cx="812800" cy="774700"/>
            </a:xfrm>
          </p:grpSpPr>
          <p:sp>
            <p:nvSpPr>
              <p:cNvPr id="54" name="Freeform 23">
                <a:extLst>
                  <a:ext uri="{FF2B5EF4-FFF2-40B4-BE49-F238E27FC236}">
                    <a16:creationId xmlns:a16="http://schemas.microsoft.com/office/drawing/2014/main" id="{F701CCED-8682-4207-A2A6-C113CEB8576B}"/>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55" name="TextBox 24">
                <a:extLst>
                  <a:ext uri="{FF2B5EF4-FFF2-40B4-BE49-F238E27FC236}">
                    <a16:creationId xmlns:a16="http://schemas.microsoft.com/office/drawing/2014/main" id="{2C94EB30-2318-420F-9EB5-029C7AA99443}"/>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48" name="Group 25">
              <a:extLst>
                <a:ext uri="{FF2B5EF4-FFF2-40B4-BE49-F238E27FC236}">
                  <a16:creationId xmlns:a16="http://schemas.microsoft.com/office/drawing/2014/main" id="{6842A83E-0FCA-418F-BD62-FEB28E58FE15}"/>
                </a:ext>
              </a:extLst>
            </p:cNvPr>
            <p:cNvGrpSpPr/>
            <p:nvPr/>
          </p:nvGrpSpPr>
          <p:grpSpPr>
            <a:xfrm>
              <a:off x="1195003" y="260923"/>
              <a:ext cx="460624" cy="439032"/>
              <a:chOff x="0" y="0"/>
              <a:chExt cx="812800" cy="774700"/>
            </a:xfrm>
          </p:grpSpPr>
          <p:sp>
            <p:nvSpPr>
              <p:cNvPr id="52" name="Freeform 26">
                <a:extLst>
                  <a:ext uri="{FF2B5EF4-FFF2-40B4-BE49-F238E27FC236}">
                    <a16:creationId xmlns:a16="http://schemas.microsoft.com/office/drawing/2014/main" id="{8B053F5E-3A03-4E66-91D4-5D7A1A80A7D7}"/>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53" name="TextBox 27">
                <a:extLst>
                  <a:ext uri="{FF2B5EF4-FFF2-40B4-BE49-F238E27FC236}">
                    <a16:creationId xmlns:a16="http://schemas.microsoft.com/office/drawing/2014/main" id="{E401FF07-2538-4325-86A6-9FA0E860DBBA}"/>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49" name="Group 28">
              <a:extLst>
                <a:ext uri="{FF2B5EF4-FFF2-40B4-BE49-F238E27FC236}">
                  <a16:creationId xmlns:a16="http://schemas.microsoft.com/office/drawing/2014/main" id="{E05C2600-B53B-4486-8126-8F6E8BCFEACD}"/>
                </a:ext>
              </a:extLst>
            </p:cNvPr>
            <p:cNvGrpSpPr/>
            <p:nvPr/>
          </p:nvGrpSpPr>
          <p:grpSpPr>
            <a:xfrm>
              <a:off x="0" y="260923"/>
              <a:ext cx="460624" cy="439032"/>
              <a:chOff x="0" y="0"/>
              <a:chExt cx="812800" cy="774700"/>
            </a:xfrm>
          </p:grpSpPr>
          <p:sp>
            <p:nvSpPr>
              <p:cNvPr id="50" name="Freeform 29">
                <a:extLst>
                  <a:ext uri="{FF2B5EF4-FFF2-40B4-BE49-F238E27FC236}">
                    <a16:creationId xmlns:a16="http://schemas.microsoft.com/office/drawing/2014/main" id="{F0339464-9998-4537-9ED6-5EB9D5DDAC81}"/>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51" name="TextBox 30">
                <a:extLst>
                  <a:ext uri="{FF2B5EF4-FFF2-40B4-BE49-F238E27FC236}">
                    <a16:creationId xmlns:a16="http://schemas.microsoft.com/office/drawing/2014/main" id="{92312C5C-44E9-40FF-ABF7-079FFF5EEC89}"/>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spTree>
    <p:extLst>
      <p:ext uri="{BB962C8B-B14F-4D97-AF65-F5344CB8AC3E}">
        <p14:creationId xmlns:p14="http://schemas.microsoft.com/office/powerpoint/2010/main" val="18432729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70000"/>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DC07A76C-E57C-44FA-9139-7CFC2A42EB79}"/>
              </a:ext>
            </a:extLst>
          </p:cNvPr>
          <p:cNvSpPr/>
          <p:nvPr/>
        </p:nvSpPr>
        <p:spPr>
          <a:xfrm>
            <a:off x="7141368" y="492918"/>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3" y="222218"/>
                  <a:pt x="114681" y="222218"/>
                </a:cubicBezTo>
                <a:cubicBezTo>
                  <a:pt x="55290" y="222218"/>
                  <a:pt x="7144" y="174072"/>
                  <a:pt x="7144" y="114681"/>
                </a:cubicBezTo>
                <a:cubicBezTo>
                  <a:pt x="7144" y="55290"/>
                  <a:pt x="55290" y="7144"/>
                  <a:pt x="114681" y="7144"/>
                </a:cubicBezTo>
                <a:cubicBezTo>
                  <a:pt x="174073" y="7144"/>
                  <a:pt x="222218" y="55290"/>
                  <a:pt x="222218" y="114681"/>
                </a:cubicBezTo>
                <a:close/>
              </a:path>
            </a:pathLst>
          </a:custGeom>
          <a:solidFill>
            <a:srgbClr val="FFC947"/>
          </a:solidFill>
          <a:ln w="9525" cap="flat">
            <a:noFill/>
            <a:prstDash val="solid"/>
            <a:miter/>
          </a:ln>
        </p:spPr>
        <p:txBody>
          <a:bodyPr rtlCol="0" anchor="ctr"/>
          <a:lstStyle/>
          <a:p>
            <a:endParaRPr lang="en-US">
              <a:solidFill>
                <a:srgbClr val="DDB974"/>
              </a:solidFill>
              <a:latin typeface="Monotype Corsiva" panose="03010101010201010101" pitchFamily="66" charset="0"/>
            </a:endParaRPr>
          </a:p>
        </p:txBody>
      </p:sp>
      <p:grpSp>
        <p:nvGrpSpPr>
          <p:cNvPr id="2" name="Group 1">
            <a:extLst>
              <a:ext uri="{FF2B5EF4-FFF2-40B4-BE49-F238E27FC236}">
                <a16:creationId xmlns:a16="http://schemas.microsoft.com/office/drawing/2014/main" id="{84C7A773-1F28-C1EC-1881-51C3258D49CD}"/>
              </a:ext>
            </a:extLst>
          </p:cNvPr>
          <p:cNvGrpSpPr/>
          <p:nvPr/>
        </p:nvGrpSpPr>
        <p:grpSpPr>
          <a:xfrm>
            <a:off x="3357202" y="79023"/>
            <a:ext cx="5159051" cy="1099795"/>
            <a:chOff x="4199223" y="-17528"/>
            <a:chExt cx="4051300" cy="1266825"/>
          </a:xfrm>
          <a:solidFill>
            <a:srgbClr val="470000"/>
          </a:solidFill>
        </p:grpSpPr>
        <p:sp>
          <p:nvSpPr>
            <p:cNvPr id="3" name="Freeform: Shape 7">
              <a:extLst>
                <a:ext uri="{FF2B5EF4-FFF2-40B4-BE49-F238E27FC236}">
                  <a16:creationId xmlns:a16="http://schemas.microsoft.com/office/drawing/2014/main" id="{90CD4D4C-B5A1-4F67-C5CA-6A5F85BEB5BA}"/>
                </a:ext>
              </a:extLst>
            </p:cNvPr>
            <p:cNvSpPr/>
            <p:nvPr/>
          </p:nvSpPr>
          <p:spPr>
            <a:xfrm>
              <a:off x="4199223" y="-17528"/>
              <a:ext cx="4051300" cy="1266825"/>
            </a:xfrm>
            <a:custGeom>
              <a:avLst/>
              <a:gdLst>
                <a:gd name="connsiteX0" fmla="*/ 3253264 w 3543300"/>
                <a:gd name="connsiteY0" fmla="*/ 1263968 h 1266825"/>
                <a:gd name="connsiteX1" fmla="*/ 292894 w 3543300"/>
                <a:gd name="connsiteY1" fmla="*/ 1263968 h 1266825"/>
                <a:gd name="connsiteX2" fmla="*/ 7144 w 3543300"/>
                <a:gd name="connsiteY2" fmla="*/ 978218 h 1266825"/>
                <a:gd name="connsiteX3" fmla="*/ 7144 w 3543300"/>
                <a:gd name="connsiteY3" fmla="*/ 7144 h 1266825"/>
                <a:gd name="connsiteX4" fmla="*/ 3539014 w 3543300"/>
                <a:gd name="connsiteY4" fmla="*/ 7144 h 1266825"/>
                <a:gd name="connsiteX5" fmla="*/ 3539014 w 3543300"/>
                <a:gd name="connsiteY5" fmla="*/ 978218 h 1266825"/>
                <a:gd name="connsiteX6" fmla="*/ 3253264 w 3543300"/>
                <a:gd name="connsiteY6" fmla="*/ 1263968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3300" h="1266825">
                  <a:moveTo>
                    <a:pt x="3253264" y="1263968"/>
                  </a:moveTo>
                  <a:lnTo>
                    <a:pt x="292894" y="1263968"/>
                  </a:lnTo>
                  <a:cubicBezTo>
                    <a:pt x="135064" y="1263968"/>
                    <a:pt x="7144" y="1136047"/>
                    <a:pt x="7144" y="978218"/>
                  </a:cubicBezTo>
                  <a:lnTo>
                    <a:pt x="7144" y="7144"/>
                  </a:lnTo>
                  <a:lnTo>
                    <a:pt x="3539014" y="7144"/>
                  </a:lnTo>
                  <a:lnTo>
                    <a:pt x="3539014" y="978218"/>
                  </a:lnTo>
                  <a:cubicBezTo>
                    <a:pt x="3539014" y="1136047"/>
                    <a:pt x="3411093" y="1263968"/>
                    <a:pt x="3253264" y="1263968"/>
                  </a:cubicBezTo>
                  <a:close/>
                </a:path>
              </a:pathLst>
            </a:custGeom>
            <a:grpFill/>
            <a:ln w="9525" cap="flat">
              <a:noFill/>
              <a:prstDash val="solid"/>
              <a:miter/>
            </a:ln>
          </p:spPr>
          <p:txBody>
            <a:bodyPr rtlCol="0" anchor="ctr"/>
            <a:lstStyle/>
            <a:p>
              <a:pPr algn="ctr"/>
              <a:endParaRPr lang="en-US" b="1" dirty="0">
                <a:solidFill>
                  <a:srgbClr val="DDB974"/>
                </a:solidFill>
                <a:latin typeface="Monotype Corsiva" panose="03010101010201010101" pitchFamily="66" charset="0"/>
              </a:endParaRPr>
            </a:p>
          </p:txBody>
        </p:sp>
        <p:sp>
          <p:nvSpPr>
            <p:cNvPr id="6" name="TextBox 31">
              <a:extLst>
                <a:ext uri="{FF2B5EF4-FFF2-40B4-BE49-F238E27FC236}">
                  <a16:creationId xmlns:a16="http://schemas.microsoft.com/office/drawing/2014/main" id="{72CB203C-386E-9979-53F1-C4A64417210E}"/>
                </a:ext>
              </a:extLst>
            </p:cNvPr>
            <p:cNvSpPr txBox="1"/>
            <p:nvPr/>
          </p:nvSpPr>
          <p:spPr>
            <a:xfrm>
              <a:off x="4949860" y="69934"/>
              <a:ext cx="2534228" cy="1169916"/>
            </a:xfrm>
            <a:prstGeom prst="rect">
              <a:avLst/>
            </a:prstGeom>
            <a:grpFill/>
          </p:spPr>
          <p:txBody>
            <a:bodyPr wrap="none" rtlCol="0">
              <a:spAutoFit/>
            </a:bodyPr>
            <a:lstStyle/>
            <a:p>
              <a:pPr algn="ctr"/>
              <a:r>
                <a:rPr lang="fr-FR" sz="4800" b="1" dirty="0">
                  <a:solidFill>
                    <a:srgbClr val="DDB974"/>
                  </a:solidFill>
                  <a:latin typeface="Monotype Corsiva" panose="03010101010201010101" pitchFamily="66" charset="0"/>
                </a:rPr>
                <a:t>OBJECTIFS</a:t>
              </a:r>
              <a:r>
                <a:rPr lang="fr-FR" sz="6000" b="1" dirty="0">
                  <a:solidFill>
                    <a:srgbClr val="DDB974"/>
                  </a:solidFill>
                  <a:latin typeface="Monotype Corsiva" panose="03010101010201010101" pitchFamily="66" charset="0"/>
                </a:rPr>
                <a:t> </a:t>
              </a:r>
              <a:endParaRPr lang="en-US" sz="6000" b="1" dirty="0">
                <a:solidFill>
                  <a:srgbClr val="DDB974"/>
                </a:solidFill>
                <a:latin typeface="Monotype Corsiva" panose="03010101010201010101" pitchFamily="66" charset="0"/>
              </a:endParaRPr>
            </a:p>
          </p:txBody>
        </p:sp>
      </p:grpSp>
      <p:grpSp>
        <p:nvGrpSpPr>
          <p:cNvPr id="5" name="Groupe 4">
            <a:extLst>
              <a:ext uri="{FF2B5EF4-FFF2-40B4-BE49-F238E27FC236}">
                <a16:creationId xmlns:a16="http://schemas.microsoft.com/office/drawing/2014/main" id="{9338D1C3-D4D6-440E-9E65-9E6C5AB9D43B}"/>
              </a:ext>
            </a:extLst>
          </p:cNvPr>
          <p:cNvGrpSpPr/>
          <p:nvPr/>
        </p:nvGrpSpPr>
        <p:grpSpPr>
          <a:xfrm>
            <a:off x="-14420" y="-26649"/>
            <a:ext cx="12280257" cy="6911319"/>
            <a:chOff x="-14420" y="-26649"/>
            <a:chExt cx="12280257" cy="6911319"/>
          </a:xfrm>
        </p:grpSpPr>
        <p:sp>
          <p:nvSpPr>
            <p:cNvPr id="16" name="Freeform 4">
              <a:extLst>
                <a:ext uri="{FF2B5EF4-FFF2-40B4-BE49-F238E27FC236}">
                  <a16:creationId xmlns:a16="http://schemas.microsoft.com/office/drawing/2014/main" id="{2558A6B3-D86F-4FF3-BFE7-08EDE7DC0F1E}"/>
                </a:ext>
              </a:extLst>
            </p:cNvPr>
            <p:cNvSpPr/>
            <p:nvPr/>
          </p:nvSpPr>
          <p:spPr>
            <a:xfrm rot="5400000">
              <a:off x="10735070" y="541235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7" name="Freeform 5">
              <a:extLst>
                <a:ext uri="{FF2B5EF4-FFF2-40B4-BE49-F238E27FC236}">
                  <a16:creationId xmlns:a16="http://schemas.microsoft.com/office/drawing/2014/main" id="{146C6456-1BEA-4724-8CC3-F225541C87A9}"/>
                </a:ext>
              </a:extLst>
            </p:cNvPr>
            <p:cNvSpPr/>
            <p:nvPr/>
          </p:nvSpPr>
          <p:spPr>
            <a:xfrm rot="10800000">
              <a:off x="-4089" y="540106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9" name="AutoShape 6">
              <a:extLst>
                <a:ext uri="{FF2B5EF4-FFF2-40B4-BE49-F238E27FC236}">
                  <a16:creationId xmlns:a16="http://schemas.microsoft.com/office/drawing/2014/main" id="{C8896387-4437-428F-AC90-E1BBDE2A2A31}"/>
                </a:ext>
              </a:extLst>
            </p:cNvPr>
            <p:cNvSpPr/>
            <p:nvPr/>
          </p:nvSpPr>
          <p:spPr>
            <a:xfrm>
              <a:off x="2212236" y="6789773"/>
              <a:ext cx="7767529" cy="0"/>
            </a:xfrm>
            <a:prstGeom prst="line">
              <a:avLst/>
            </a:prstGeom>
            <a:ln w="28575" cap="flat">
              <a:solidFill>
                <a:srgbClr val="DDB974"/>
              </a:solidFill>
              <a:prstDash val="solid"/>
              <a:headEnd type="none" w="sm" len="sm"/>
              <a:tailEnd type="none" w="sm" len="sm"/>
            </a:ln>
          </p:spPr>
        </p:sp>
        <p:sp>
          <p:nvSpPr>
            <p:cNvPr id="20" name="AutoShape 5">
              <a:extLst>
                <a:ext uri="{FF2B5EF4-FFF2-40B4-BE49-F238E27FC236}">
                  <a16:creationId xmlns:a16="http://schemas.microsoft.com/office/drawing/2014/main" id="{7CA9A721-D407-4640-A53A-8ADA442A2A79}"/>
                </a:ext>
              </a:extLst>
            </p:cNvPr>
            <p:cNvSpPr/>
            <p:nvPr/>
          </p:nvSpPr>
          <p:spPr>
            <a:xfrm>
              <a:off x="1506018" y="98775"/>
              <a:ext cx="9116341" cy="0"/>
            </a:xfrm>
            <a:prstGeom prst="line">
              <a:avLst/>
            </a:prstGeom>
            <a:ln w="38100" cap="flat">
              <a:solidFill>
                <a:srgbClr val="DDB974"/>
              </a:solidFill>
              <a:prstDash val="solid"/>
              <a:headEnd type="none" w="sm" len="sm"/>
              <a:tailEnd type="none" w="sm" len="sm"/>
            </a:ln>
          </p:spPr>
        </p:sp>
        <p:sp>
          <p:nvSpPr>
            <p:cNvPr id="21" name="Freeform 3">
              <a:extLst>
                <a:ext uri="{FF2B5EF4-FFF2-40B4-BE49-F238E27FC236}">
                  <a16:creationId xmlns:a16="http://schemas.microsoft.com/office/drawing/2014/main" id="{ED401935-9799-4DF2-A546-5076A67AFCB0}"/>
                </a:ext>
              </a:extLst>
            </p:cNvPr>
            <p:cNvSpPr/>
            <p:nvPr/>
          </p:nvSpPr>
          <p:spPr>
            <a:xfrm rot="16200000">
              <a:off x="-14420"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3" name="Freeform 2">
              <a:extLst>
                <a:ext uri="{FF2B5EF4-FFF2-40B4-BE49-F238E27FC236}">
                  <a16:creationId xmlns:a16="http://schemas.microsoft.com/office/drawing/2014/main" id="{FD0B3CD2-A7A4-4F82-87E9-764F6691345B}"/>
                </a:ext>
              </a:extLst>
            </p:cNvPr>
            <p:cNvSpPr/>
            <p:nvPr/>
          </p:nvSpPr>
          <p:spPr>
            <a:xfrm>
              <a:off x="10793526"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grpSp>
        <p:nvGrpSpPr>
          <p:cNvPr id="7" name="Groupe 6">
            <a:extLst>
              <a:ext uri="{FF2B5EF4-FFF2-40B4-BE49-F238E27FC236}">
                <a16:creationId xmlns:a16="http://schemas.microsoft.com/office/drawing/2014/main" id="{6DF7B631-DFCE-4465-8CF0-208D4FB7A99A}"/>
              </a:ext>
            </a:extLst>
          </p:cNvPr>
          <p:cNvGrpSpPr/>
          <p:nvPr/>
        </p:nvGrpSpPr>
        <p:grpSpPr>
          <a:xfrm>
            <a:off x="1142535" y="1774766"/>
            <a:ext cx="1874704" cy="1284523"/>
            <a:chOff x="1805474" y="1774766"/>
            <a:chExt cx="2342279" cy="1654234"/>
          </a:xfrm>
        </p:grpSpPr>
        <p:sp>
          <p:nvSpPr>
            <p:cNvPr id="50" name="Freeform 10">
              <a:extLst>
                <a:ext uri="{FF2B5EF4-FFF2-40B4-BE49-F238E27FC236}">
                  <a16:creationId xmlns:a16="http://schemas.microsoft.com/office/drawing/2014/main" id="{BCAC1311-8FEA-4F69-9AB8-CB51004157AE}"/>
                </a:ext>
              </a:extLst>
            </p:cNvPr>
            <p:cNvSpPr/>
            <p:nvPr/>
          </p:nvSpPr>
          <p:spPr>
            <a:xfrm>
              <a:off x="1805474" y="1774766"/>
              <a:ext cx="2342279" cy="1654234"/>
            </a:xfrm>
            <a:custGeom>
              <a:avLst/>
              <a:gdLst/>
              <a:ahLst/>
              <a:cxnLst/>
              <a:rect l="l" t="t" r="r" b="b"/>
              <a:pathLst>
                <a:path w="2342279" h="1654234">
                  <a:moveTo>
                    <a:pt x="0" y="0"/>
                  </a:moveTo>
                  <a:lnTo>
                    <a:pt x="2342279" y="0"/>
                  </a:lnTo>
                  <a:lnTo>
                    <a:pt x="2342279" y="1654234"/>
                  </a:lnTo>
                  <a:lnTo>
                    <a:pt x="0" y="165423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fr-FR" dirty="0"/>
            </a:p>
          </p:txBody>
        </p:sp>
        <p:sp>
          <p:nvSpPr>
            <p:cNvPr id="51" name="TextBox 11">
              <a:extLst>
                <a:ext uri="{FF2B5EF4-FFF2-40B4-BE49-F238E27FC236}">
                  <a16:creationId xmlns:a16="http://schemas.microsoft.com/office/drawing/2014/main" id="{FAA658CF-54E8-486A-926B-F57A2F7F12EB}"/>
                </a:ext>
              </a:extLst>
            </p:cNvPr>
            <p:cNvSpPr txBox="1"/>
            <p:nvPr/>
          </p:nvSpPr>
          <p:spPr>
            <a:xfrm>
              <a:off x="2464839" y="1825838"/>
              <a:ext cx="997090" cy="1317899"/>
            </a:xfrm>
            <a:prstGeom prst="rect">
              <a:avLst/>
            </a:prstGeom>
          </p:spPr>
          <p:txBody>
            <a:bodyPr wrap="square" lIns="0" tIns="0" rIns="0" bIns="0" rtlCol="0" anchor="t">
              <a:spAutoFit/>
            </a:bodyPr>
            <a:lstStyle/>
            <a:p>
              <a:pPr algn="ctr">
                <a:lnSpc>
                  <a:spcPts val="8959"/>
                </a:lnSpc>
                <a:spcBef>
                  <a:spcPct val="0"/>
                </a:spcBef>
              </a:pPr>
              <a:r>
                <a:rPr lang="en-US" sz="5400" dirty="0">
                  <a:solidFill>
                    <a:srgbClr val="DDB974"/>
                  </a:solidFill>
                  <a:latin typeface="TAN Astoria"/>
                  <a:ea typeface="TAN Astoria"/>
                  <a:cs typeface="TAN Astoria"/>
                  <a:sym typeface="TAN Astoria"/>
                </a:rPr>
                <a:t>01</a:t>
              </a:r>
            </a:p>
          </p:txBody>
        </p:sp>
      </p:grpSp>
      <p:sp>
        <p:nvSpPr>
          <p:cNvPr id="52" name="TextBox 17">
            <a:extLst>
              <a:ext uri="{FF2B5EF4-FFF2-40B4-BE49-F238E27FC236}">
                <a16:creationId xmlns:a16="http://schemas.microsoft.com/office/drawing/2014/main" id="{F93C6510-2981-4FDE-9808-14B02405EDA4}"/>
              </a:ext>
            </a:extLst>
          </p:cNvPr>
          <p:cNvSpPr txBox="1"/>
          <p:nvPr/>
        </p:nvSpPr>
        <p:spPr>
          <a:xfrm>
            <a:off x="494033" y="3323862"/>
            <a:ext cx="3186146" cy="1338828"/>
          </a:xfrm>
          <a:prstGeom prst="rect">
            <a:avLst/>
          </a:prstGeom>
        </p:spPr>
        <p:txBody>
          <a:bodyPr wrap="square" lIns="0" tIns="0" rIns="0" bIns="0" rtlCol="0" anchor="t">
            <a:spAutoFit/>
          </a:bodyPr>
          <a:lstStyle/>
          <a:p>
            <a:pPr algn="ctr">
              <a:lnSpc>
                <a:spcPts val="3640"/>
              </a:lnSpc>
              <a:spcBef>
                <a:spcPct val="0"/>
              </a:spcBef>
            </a:pPr>
            <a:r>
              <a:rPr lang="fr-FR" b="1" dirty="0">
                <a:solidFill>
                  <a:srgbClr val="DDB974"/>
                </a:solidFill>
                <a:latin typeface="Monotype Corsiva" panose="03010101010201010101" pitchFamily="66" charset="0"/>
                <a:ea typeface="Avenir Bold"/>
                <a:cs typeface="Avenir Bold"/>
                <a:sym typeface="Avenir Bold"/>
              </a:rPr>
              <a:t>Étudier les tendances historiques de la production cinématographique entre 1980 et 2020</a:t>
            </a:r>
            <a:endParaRPr lang="en-US" b="1" dirty="0">
              <a:solidFill>
                <a:srgbClr val="DDB974"/>
              </a:solidFill>
              <a:latin typeface="Monotype Corsiva" panose="03010101010201010101" pitchFamily="66" charset="0"/>
              <a:ea typeface="Avenir Bold"/>
              <a:cs typeface="Avenir Bold"/>
              <a:sym typeface="Avenir Bold"/>
            </a:endParaRPr>
          </a:p>
        </p:txBody>
      </p:sp>
      <p:grpSp>
        <p:nvGrpSpPr>
          <p:cNvPr id="53" name="Group 21">
            <a:extLst>
              <a:ext uri="{FF2B5EF4-FFF2-40B4-BE49-F238E27FC236}">
                <a16:creationId xmlns:a16="http://schemas.microsoft.com/office/drawing/2014/main" id="{687105B0-94D3-4F70-9D8E-2DC68A0CF236}"/>
              </a:ext>
            </a:extLst>
          </p:cNvPr>
          <p:cNvGrpSpPr/>
          <p:nvPr/>
        </p:nvGrpSpPr>
        <p:grpSpPr>
          <a:xfrm>
            <a:off x="5305808" y="5115077"/>
            <a:ext cx="1241720" cy="524966"/>
            <a:chOff x="0" y="0"/>
            <a:chExt cx="1655627" cy="699955"/>
          </a:xfrm>
        </p:grpSpPr>
        <p:grpSp>
          <p:nvGrpSpPr>
            <p:cNvPr id="54" name="Group 22">
              <a:extLst>
                <a:ext uri="{FF2B5EF4-FFF2-40B4-BE49-F238E27FC236}">
                  <a16:creationId xmlns:a16="http://schemas.microsoft.com/office/drawing/2014/main" id="{3AF61767-8F85-4E66-8F85-5B51937EFA36}"/>
                </a:ext>
              </a:extLst>
            </p:cNvPr>
            <p:cNvGrpSpPr/>
            <p:nvPr/>
          </p:nvGrpSpPr>
          <p:grpSpPr>
            <a:xfrm>
              <a:off x="460624" y="0"/>
              <a:ext cx="734379" cy="699955"/>
              <a:chOff x="0" y="0"/>
              <a:chExt cx="812800" cy="774700"/>
            </a:xfrm>
          </p:grpSpPr>
          <p:sp>
            <p:nvSpPr>
              <p:cNvPr id="61" name="Freeform 23">
                <a:extLst>
                  <a:ext uri="{FF2B5EF4-FFF2-40B4-BE49-F238E27FC236}">
                    <a16:creationId xmlns:a16="http://schemas.microsoft.com/office/drawing/2014/main" id="{BB55A92E-4A7B-411C-A6BC-9EF4F2ADE725}"/>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62" name="TextBox 24">
                <a:extLst>
                  <a:ext uri="{FF2B5EF4-FFF2-40B4-BE49-F238E27FC236}">
                    <a16:creationId xmlns:a16="http://schemas.microsoft.com/office/drawing/2014/main" id="{0D18170E-513F-4677-B99F-57876ADB01A3}"/>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55" name="Group 25">
              <a:extLst>
                <a:ext uri="{FF2B5EF4-FFF2-40B4-BE49-F238E27FC236}">
                  <a16:creationId xmlns:a16="http://schemas.microsoft.com/office/drawing/2014/main" id="{45D84A19-0E08-4241-994F-73554D6160F4}"/>
                </a:ext>
              </a:extLst>
            </p:cNvPr>
            <p:cNvGrpSpPr/>
            <p:nvPr/>
          </p:nvGrpSpPr>
          <p:grpSpPr>
            <a:xfrm>
              <a:off x="1195003" y="260923"/>
              <a:ext cx="460624" cy="439032"/>
              <a:chOff x="0" y="0"/>
              <a:chExt cx="812800" cy="774700"/>
            </a:xfrm>
          </p:grpSpPr>
          <p:sp>
            <p:nvSpPr>
              <p:cNvPr id="59" name="Freeform 26">
                <a:extLst>
                  <a:ext uri="{FF2B5EF4-FFF2-40B4-BE49-F238E27FC236}">
                    <a16:creationId xmlns:a16="http://schemas.microsoft.com/office/drawing/2014/main" id="{92B216D3-240C-4BED-857F-A4846611C40A}"/>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60" name="TextBox 27">
                <a:extLst>
                  <a:ext uri="{FF2B5EF4-FFF2-40B4-BE49-F238E27FC236}">
                    <a16:creationId xmlns:a16="http://schemas.microsoft.com/office/drawing/2014/main" id="{78E4044A-7305-4623-B9E3-43A22F9A9D1C}"/>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56" name="Group 28">
              <a:extLst>
                <a:ext uri="{FF2B5EF4-FFF2-40B4-BE49-F238E27FC236}">
                  <a16:creationId xmlns:a16="http://schemas.microsoft.com/office/drawing/2014/main" id="{FC9F0A3B-4228-4DD3-97E6-0467D7622C0B}"/>
                </a:ext>
              </a:extLst>
            </p:cNvPr>
            <p:cNvGrpSpPr/>
            <p:nvPr/>
          </p:nvGrpSpPr>
          <p:grpSpPr>
            <a:xfrm>
              <a:off x="0" y="260923"/>
              <a:ext cx="460624" cy="439032"/>
              <a:chOff x="0" y="0"/>
              <a:chExt cx="812800" cy="774700"/>
            </a:xfrm>
          </p:grpSpPr>
          <p:sp>
            <p:nvSpPr>
              <p:cNvPr id="57" name="Freeform 29">
                <a:extLst>
                  <a:ext uri="{FF2B5EF4-FFF2-40B4-BE49-F238E27FC236}">
                    <a16:creationId xmlns:a16="http://schemas.microsoft.com/office/drawing/2014/main" id="{3A1A157C-96D8-42C2-B03C-75CD22082181}"/>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58" name="TextBox 30">
                <a:extLst>
                  <a:ext uri="{FF2B5EF4-FFF2-40B4-BE49-F238E27FC236}">
                    <a16:creationId xmlns:a16="http://schemas.microsoft.com/office/drawing/2014/main" id="{F373E72B-83EB-4AC5-BA0B-7A41BF30DFBD}"/>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grpSp>
        <p:nvGrpSpPr>
          <p:cNvPr id="63" name="Groupe 62">
            <a:extLst>
              <a:ext uri="{FF2B5EF4-FFF2-40B4-BE49-F238E27FC236}">
                <a16:creationId xmlns:a16="http://schemas.microsoft.com/office/drawing/2014/main" id="{5D943FB2-744B-402C-9152-603EF8E077C9}"/>
              </a:ext>
            </a:extLst>
          </p:cNvPr>
          <p:cNvGrpSpPr/>
          <p:nvPr/>
        </p:nvGrpSpPr>
        <p:grpSpPr>
          <a:xfrm>
            <a:off x="5090068" y="1814424"/>
            <a:ext cx="1874704" cy="1284523"/>
            <a:chOff x="1805474" y="1774766"/>
            <a:chExt cx="2342279" cy="1654234"/>
          </a:xfrm>
        </p:grpSpPr>
        <p:sp>
          <p:nvSpPr>
            <p:cNvPr id="64" name="Freeform 10">
              <a:extLst>
                <a:ext uri="{FF2B5EF4-FFF2-40B4-BE49-F238E27FC236}">
                  <a16:creationId xmlns:a16="http://schemas.microsoft.com/office/drawing/2014/main" id="{85013A51-3232-4EC2-B656-C03E3AFAF28D}"/>
                </a:ext>
              </a:extLst>
            </p:cNvPr>
            <p:cNvSpPr/>
            <p:nvPr/>
          </p:nvSpPr>
          <p:spPr>
            <a:xfrm>
              <a:off x="1805474" y="1774766"/>
              <a:ext cx="2342279" cy="1654234"/>
            </a:xfrm>
            <a:custGeom>
              <a:avLst/>
              <a:gdLst/>
              <a:ahLst/>
              <a:cxnLst/>
              <a:rect l="l" t="t" r="r" b="b"/>
              <a:pathLst>
                <a:path w="2342279" h="1654234">
                  <a:moveTo>
                    <a:pt x="0" y="0"/>
                  </a:moveTo>
                  <a:lnTo>
                    <a:pt x="2342279" y="0"/>
                  </a:lnTo>
                  <a:lnTo>
                    <a:pt x="2342279" y="1654234"/>
                  </a:lnTo>
                  <a:lnTo>
                    <a:pt x="0" y="165423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fr-FR" dirty="0"/>
            </a:p>
          </p:txBody>
        </p:sp>
        <p:sp>
          <p:nvSpPr>
            <p:cNvPr id="65" name="TextBox 11">
              <a:extLst>
                <a:ext uri="{FF2B5EF4-FFF2-40B4-BE49-F238E27FC236}">
                  <a16:creationId xmlns:a16="http://schemas.microsoft.com/office/drawing/2014/main" id="{A6995D61-B0F7-4D23-BF98-C6BE31CB1466}"/>
                </a:ext>
              </a:extLst>
            </p:cNvPr>
            <p:cNvSpPr txBox="1"/>
            <p:nvPr/>
          </p:nvSpPr>
          <p:spPr>
            <a:xfrm>
              <a:off x="2464839" y="1825838"/>
              <a:ext cx="997090" cy="1317899"/>
            </a:xfrm>
            <a:prstGeom prst="rect">
              <a:avLst/>
            </a:prstGeom>
          </p:spPr>
          <p:txBody>
            <a:bodyPr wrap="square" lIns="0" tIns="0" rIns="0" bIns="0" rtlCol="0" anchor="t">
              <a:spAutoFit/>
            </a:bodyPr>
            <a:lstStyle/>
            <a:p>
              <a:pPr algn="ctr">
                <a:lnSpc>
                  <a:spcPts val="8959"/>
                </a:lnSpc>
                <a:spcBef>
                  <a:spcPct val="0"/>
                </a:spcBef>
              </a:pPr>
              <a:r>
                <a:rPr lang="en-US" sz="5400" dirty="0">
                  <a:solidFill>
                    <a:srgbClr val="DDB974"/>
                  </a:solidFill>
                  <a:latin typeface="TAN Astoria"/>
                  <a:ea typeface="TAN Astoria"/>
                  <a:cs typeface="TAN Astoria"/>
                  <a:sym typeface="TAN Astoria"/>
                </a:rPr>
                <a:t>02</a:t>
              </a:r>
            </a:p>
          </p:txBody>
        </p:sp>
      </p:grpSp>
      <p:sp>
        <p:nvSpPr>
          <p:cNvPr id="66" name="TextBox 17">
            <a:extLst>
              <a:ext uri="{FF2B5EF4-FFF2-40B4-BE49-F238E27FC236}">
                <a16:creationId xmlns:a16="http://schemas.microsoft.com/office/drawing/2014/main" id="{304E7867-4AB7-4BDF-8224-A03542F063BB}"/>
              </a:ext>
            </a:extLst>
          </p:cNvPr>
          <p:cNvSpPr txBox="1"/>
          <p:nvPr/>
        </p:nvSpPr>
        <p:spPr>
          <a:xfrm>
            <a:off x="4350886" y="3429000"/>
            <a:ext cx="3186146" cy="1338828"/>
          </a:xfrm>
          <a:prstGeom prst="rect">
            <a:avLst/>
          </a:prstGeom>
        </p:spPr>
        <p:txBody>
          <a:bodyPr wrap="square" lIns="0" tIns="0" rIns="0" bIns="0" rtlCol="0" anchor="t">
            <a:spAutoFit/>
          </a:bodyPr>
          <a:lstStyle/>
          <a:p>
            <a:pPr algn="ctr">
              <a:lnSpc>
                <a:spcPts val="3640"/>
              </a:lnSpc>
              <a:spcBef>
                <a:spcPct val="0"/>
              </a:spcBef>
            </a:pPr>
            <a:r>
              <a:rPr lang="fr-FR" b="1" dirty="0">
                <a:solidFill>
                  <a:srgbClr val="DDB974"/>
                </a:solidFill>
                <a:latin typeface="Monotype Corsiva" panose="03010101010201010101" pitchFamily="66" charset="0"/>
                <a:ea typeface="Avenir Bold"/>
                <a:cs typeface="Avenir Bold"/>
                <a:sym typeface="Avenir Bold"/>
              </a:rPr>
              <a:t>Analyser les facteurs influençant le succès des films (budget, genre, réalisateurs, etc.)</a:t>
            </a:r>
            <a:endParaRPr lang="en-US" b="1" dirty="0">
              <a:solidFill>
                <a:srgbClr val="DDB974"/>
              </a:solidFill>
              <a:latin typeface="Monotype Corsiva" panose="03010101010201010101" pitchFamily="66" charset="0"/>
              <a:ea typeface="Avenir Bold"/>
              <a:cs typeface="Avenir Bold"/>
              <a:sym typeface="Avenir Bold"/>
            </a:endParaRPr>
          </a:p>
        </p:txBody>
      </p:sp>
      <p:grpSp>
        <p:nvGrpSpPr>
          <p:cNvPr id="67" name="Group 21">
            <a:extLst>
              <a:ext uri="{FF2B5EF4-FFF2-40B4-BE49-F238E27FC236}">
                <a16:creationId xmlns:a16="http://schemas.microsoft.com/office/drawing/2014/main" id="{7CD34CCB-8173-47FB-A7CD-F2407C828582}"/>
              </a:ext>
            </a:extLst>
          </p:cNvPr>
          <p:cNvGrpSpPr/>
          <p:nvPr/>
        </p:nvGrpSpPr>
        <p:grpSpPr>
          <a:xfrm>
            <a:off x="1340334" y="5093562"/>
            <a:ext cx="1241720" cy="524966"/>
            <a:chOff x="0" y="0"/>
            <a:chExt cx="1655627" cy="699955"/>
          </a:xfrm>
        </p:grpSpPr>
        <p:grpSp>
          <p:nvGrpSpPr>
            <p:cNvPr id="68" name="Group 22">
              <a:extLst>
                <a:ext uri="{FF2B5EF4-FFF2-40B4-BE49-F238E27FC236}">
                  <a16:creationId xmlns:a16="http://schemas.microsoft.com/office/drawing/2014/main" id="{ABF6158C-B210-42C1-A9CB-8B70F46F82E1}"/>
                </a:ext>
              </a:extLst>
            </p:cNvPr>
            <p:cNvGrpSpPr/>
            <p:nvPr/>
          </p:nvGrpSpPr>
          <p:grpSpPr>
            <a:xfrm>
              <a:off x="460624" y="0"/>
              <a:ext cx="734379" cy="699955"/>
              <a:chOff x="0" y="0"/>
              <a:chExt cx="812800" cy="774700"/>
            </a:xfrm>
          </p:grpSpPr>
          <p:sp>
            <p:nvSpPr>
              <p:cNvPr id="75" name="Freeform 23">
                <a:extLst>
                  <a:ext uri="{FF2B5EF4-FFF2-40B4-BE49-F238E27FC236}">
                    <a16:creationId xmlns:a16="http://schemas.microsoft.com/office/drawing/2014/main" id="{9FBF1427-02C8-4560-8B33-8166D12CC4C8}"/>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76" name="TextBox 24">
                <a:extLst>
                  <a:ext uri="{FF2B5EF4-FFF2-40B4-BE49-F238E27FC236}">
                    <a16:creationId xmlns:a16="http://schemas.microsoft.com/office/drawing/2014/main" id="{406A5507-A00E-4494-BFE0-C7C1E7344537}"/>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69" name="Group 25">
              <a:extLst>
                <a:ext uri="{FF2B5EF4-FFF2-40B4-BE49-F238E27FC236}">
                  <a16:creationId xmlns:a16="http://schemas.microsoft.com/office/drawing/2014/main" id="{5E902DB5-EC0B-4C41-AA87-F2805039FB11}"/>
                </a:ext>
              </a:extLst>
            </p:cNvPr>
            <p:cNvGrpSpPr/>
            <p:nvPr/>
          </p:nvGrpSpPr>
          <p:grpSpPr>
            <a:xfrm>
              <a:off x="1195003" y="260923"/>
              <a:ext cx="460624" cy="439032"/>
              <a:chOff x="0" y="0"/>
              <a:chExt cx="812800" cy="774700"/>
            </a:xfrm>
          </p:grpSpPr>
          <p:sp>
            <p:nvSpPr>
              <p:cNvPr id="73" name="Freeform 26">
                <a:extLst>
                  <a:ext uri="{FF2B5EF4-FFF2-40B4-BE49-F238E27FC236}">
                    <a16:creationId xmlns:a16="http://schemas.microsoft.com/office/drawing/2014/main" id="{BC358BB2-AFA1-4561-9703-397BE7E7F793}"/>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74" name="TextBox 27">
                <a:extLst>
                  <a:ext uri="{FF2B5EF4-FFF2-40B4-BE49-F238E27FC236}">
                    <a16:creationId xmlns:a16="http://schemas.microsoft.com/office/drawing/2014/main" id="{04012AEE-6C6C-4F75-95C1-07A95FB0E7F3}"/>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70" name="Group 28">
              <a:extLst>
                <a:ext uri="{FF2B5EF4-FFF2-40B4-BE49-F238E27FC236}">
                  <a16:creationId xmlns:a16="http://schemas.microsoft.com/office/drawing/2014/main" id="{AFF6598E-FD83-4D12-AA52-705FC33F0ED7}"/>
                </a:ext>
              </a:extLst>
            </p:cNvPr>
            <p:cNvGrpSpPr/>
            <p:nvPr/>
          </p:nvGrpSpPr>
          <p:grpSpPr>
            <a:xfrm>
              <a:off x="0" y="260923"/>
              <a:ext cx="460624" cy="439032"/>
              <a:chOff x="0" y="0"/>
              <a:chExt cx="812800" cy="774700"/>
            </a:xfrm>
          </p:grpSpPr>
          <p:sp>
            <p:nvSpPr>
              <p:cNvPr id="71" name="Freeform 29">
                <a:extLst>
                  <a:ext uri="{FF2B5EF4-FFF2-40B4-BE49-F238E27FC236}">
                    <a16:creationId xmlns:a16="http://schemas.microsoft.com/office/drawing/2014/main" id="{72A88BE2-7EE9-4425-B0E8-36C48BB0C706}"/>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72" name="TextBox 30">
                <a:extLst>
                  <a:ext uri="{FF2B5EF4-FFF2-40B4-BE49-F238E27FC236}">
                    <a16:creationId xmlns:a16="http://schemas.microsoft.com/office/drawing/2014/main" id="{525AB9E8-A1B4-462F-9CDB-DACDA88A7E84}"/>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grpSp>
        <p:nvGrpSpPr>
          <p:cNvPr id="77" name="Group 21">
            <a:extLst>
              <a:ext uri="{FF2B5EF4-FFF2-40B4-BE49-F238E27FC236}">
                <a16:creationId xmlns:a16="http://schemas.microsoft.com/office/drawing/2014/main" id="{E9DF662F-5538-4133-8E29-F68B3BA870C4}"/>
              </a:ext>
            </a:extLst>
          </p:cNvPr>
          <p:cNvGrpSpPr/>
          <p:nvPr/>
        </p:nvGrpSpPr>
        <p:grpSpPr>
          <a:xfrm>
            <a:off x="9115808" y="5141747"/>
            <a:ext cx="1241720" cy="524966"/>
            <a:chOff x="0" y="0"/>
            <a:chExt cx="1655627" cy="699955"/>
          </a:xfrm>
        </p:grpSpPr>
        <p:grpSp>
          <p:nvGrpSpPr>
            <p:cNvPr id="78" name="Group 22">
              <a:extLst>
                <a:ext uri="{FF2B5EF4-FFF2-40B4-BE49-F238E27FC236}">
                  <a16:creationId xmlns:a16="http://schemas.microsoft.com/office/drawing/2014/main" id="{E36CC63F-D24A-48C4-832C-74BDE34AEE87}"/>
                </a:ext>
              </a:extLst>
            </p:cNvPr>
            <p:cNvGrpSpPr/>
            <p:nvPr/>
          </p:nvGrpSpPr>
          <p:grpSpPr>
            <a:xfrm>
              <a:off x="460624" y="0"/>
              <a:ext cx="734379" cy="699955"/>
              <a:chOff x="0" y="0"/>
              <a:chExt cx="812800" cy="774700"/>
            </a:xfrm>
          </p:grpSpPr>
          <p:sp>
            <p:nvSpPr>
              <p:cNvPr id="85" name="Freeform 23">
                <a:extLst>
                  <a:ext uri="{FF2B5EF4-FFF2-40B4-BE49-F238E27FC236}">
                    <a16:creationId xmlns:a16="http://schemas.microsoft.com/office/drawing/2014/main" id="{2EB17302-C5C1-4E93-97C1-00741D6F25C4}"/>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86" name="TextBox 24">
                <a:extLst>
                  <a:ext uri="{FF2B5EF4-FFF2-40B4-BE49-F238E27FC236}">
                    <a16:creationId xmlns:a16="http://schemas.microsoft.com/office/drawing/2014/main" id="{AA4F9FF3-6155-48B6-BFF0-B06E9CF75E4A}"/>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79" name="Group 25">
              <a:extLst>
                <a:ext uri="{FF2B5EF4-FFF2-40B4-BE49-F238E27FC236}">
                  <a16:creationId xmlns:a16="http://schemas.microsoft.com/office/drawing/2014/main" id="{DC0F0ACA-7A61-4BAA-92CC-CE7A0721AB50}"/>
                </a:ext>
              </a:extLst>
            </p:cNvPr>
            <p:cNvGrpSpPr/>
            <p:nvPr/>
          </p:nvGrpSpPr>
          <p:grpSpPr>
            <a:xfrm>
              <a:off x="1195003" y="260923"/>
              <a:ext cx="460624" cy="439032"/>
              <a:chOff x="0" y="0"/>
              <a:chExt cx="812800" cy="774700"/>
            </a:xfrm>
          </p:grpSpPr>
          <p:sp>
            <p:nvSpPr>
              <p:cNvPr id="83" name="Freeform 26">
                <a:extLst>
                  <a:ext uri="{FF2B5EF4-FFF2-40B4-BE49-F238E27FC236}">
                    <a16:creationId xmlns:a16="http://schemas.microsoft.com/office/drawing/2014/main" id="{0B6D2D6B-89EA-4066-B3B4-0D82B8487D53}"/>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84" name="TextBox 27">
                <a:extLst>
                  <a:ext uri="{FF2B5EF4-FFF2-40B4-BE49-F238E27FC236}">
                    <a16:creationId xmlns:a16="http://schemas.microsoft.com/office/drawing/2014/main" id="{9B14383C-F79B-4A4E-838B-C0F08A7CD13E}"/>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80" name="Group 28">
              <a:extLst>
                <a:ext uri="{FF2B5EF4-FFF2-40B4-BE49-F238E27FC236}">
                  <a16:creationId xmlns:a16="http://schemas.microsoft.com/office/drawing/2014/main" id="{158984F3-0650-480F-8C5D-B49A7E2FC443}"/>
                </a:ext>
              </a:extLst>
            </p:cNvPr>
            <p:cNvGrpSpPr/>
            <p:nvPr/>
          </p:nvGrpSpPr>
          <p:grpSpPr>
            <a:xfrm>
              <a:off x="0" y="260923"/>
              <a:ext cx="460624" cy="439032"/>
              <a:chOff x="0" y="0"/>
              <a:chExt cx="812800" cy="774700"/>
            </a:xfrm>
          </p:grpSpPr>
          <p:sp>
            <p:nvSpPr>
              <p:cNvPr id="81" name="Freeform 29">
                <a:extLst>
                  <a:ext uri="{FF2B5EF4-FFF2-40B4-BE49-F238E27FC236}">
                    <a16:creationId xmlns:a16="http://schemas.microsoft.com/office/drawing/2014/main" id="{C161D094-9931-4343-868F-CCE564362D68}"/>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82" name="TextBox 30">
                <a:extLst>
                  <a:ext uri="{FF2B5EF4-FFF2-40B4-BE49-F238E27FC236}">
                    <a16:creationId xmlns:a16="http://schemas.microsoft.com/office/drawing/2014/main" id="{6CEF5206-7ADF-4041-BEF4-CC8BD9E0F5BA}"/>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grpSp>
        <p:nvGrpSpPr>
          <p:cNvPr id="87" name="Groupe 86">
            <a:extLst>
              <a:ext uri="{FF2B5EF4-FFF2-40B4-BE49-F238E27FC236}">
                <a16:creationId xmlns:a16="http://schemas.microsoft.com/office/drawing/2014/main" id="{17FA4401-79A0-4E5E-9993-326181ADB39F}"/>
              </a:ext>
            </a:extLst>
          </p:cNvPr>
          <p:cNvGrpSpPr/>
          <p:nvPr/>
        </p:nvGrpSpPr>
        <p:grpSpPr>
          <a:xfrm>
            <a:off x="8877208" y="1841094"/>
            <a:ext cx="1874704" cy="1284523"/>
            <a:chOff x="1805474" y="1774766"/>
            <a:chExt cx="2342279" cy="1654234"/>
          </a:xfrm>
        </p:grpSpPr>
        <p:sp>
          <p:nvSpPr>
            <p:cNvPr id="88" name="Freeform 10">
              <a:extLst>
                <a:ext uri="{FF2B5EF4-FFF2-40B4-BE49-F238E27FC236}">
                  <a16:creationId xmlns:a16="http://schemas.microsoft.com/office/drawing/2014/main" id="{A5337C6E-C743-4E0D-A08C-71085714BE7A}"/>
                </a:ext>
              </a:extLst>
            </p:cNvPr>
            <p:cNvSpPr/>
            <p:nvPr/>
          </p:nvSpPr>
          <p:spPr>
            <a:xfrm>
              <a:off x="1805474" y="1774766"/>
              <a:ext cx="2342279" cy="1654234"/>
            </a:xfrm>
            <a:custGeom>
              <a:avLst/>
              <a:gdLst/>
              <a:ahLst/>
              <a:cxnLst/>
              <a:rect l="l" t="t" r="r" b="b"/>
              <a:pathLst>
                <a:path w="2342279" h="1654234">
                  <a:moveTo>
                    <a:pt x="0" y="0"/>
                  </a:moveTo>
                  <a:lnTo>
                    <a:pt x="2342279" y="0"/>
                  </a:lnTo>
                  <a:lnTo>
                    <a:pt x="2342279" y="1654234"/>
                  </a:lnTo>
                  <a:lnTo>
                    <a:pt x="0" y="165423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fr-FR" dirty="0"/>
            </a:p>
          </p:txBody>
        </p:sp>
        <p:sp>
          <p:nvSpPr>
            <p:cNvPr id="89" name="TextBox 11">
              <a:extLst>
                <a:ext uri="{FF2B5EF4-FFF2-40B4-BE49-F238E27FC236}">
                  <a16:creationId xmlns:a16="http://schemas.microsoft.com/office/drawing/2014/main" id="{DAF77614-7A2B-4291-A474-30A99DA0279A}"/>
                </a:ext>
              </a:extLst>
            </p:cNvPr>
            <p:cNvSpPr txBox="1"/>
            <p:nvPr/>
          </p:nvSpPr>
          <p:spPr>
            <a:xfrm>
              <a:off x="2464839" y="1825838"/>
              <a:ext cx="997090" cy="1317899"/>
            </a:xfrm>
            <a:prstGeom prst="rect">
              <a:avLst/>
            </a:prstGeom>
          </p:spPr>
          <p:txBody>
            <a:bodyPr wrap="square" lIns="0" tIns="0" rIns="0" bIns="0" rtlCol="0" anchor="t">
              <a:spAutoFit/>
            </a:bodyPr>
            <a:lstStyle/>
            <a:p>
              <a:pPr algn="ctr">
                <a:lnSpc>
                  <a:spcPts val="8959"/>
                </a:lnSpc>
                <a:spcBef>
                  <a:spcPct val="0"/>
                </a:spcBef>
              </a:pPr>
              <a:r>
                <a:rPr lang="en-US" sz="5400" dirty="0">
                  <a:solidFill>
                    <a:srgbClr val="DDB974"/>
                  </a:solidFill>
                  <a:latin typeface="TAN Astoria"/>
                  <a:ea typeface="TAN Astoria"/>
                  <a:cs typeface="TAN Astoria"/>
                  <a:sym typeface="TAN Astoria"/>
                </a:rPr>
                <a:t>03</a:t>
              </a:r>
            </a:p>
          </p:txBody>
        </p:sp>
      </p:grpSp>
      <p:sp>
        <p:nvSpPr>
          <p:cNvPr id="90" name="TextBox 17">
            <a:extLst>
              <a:ext uri="{FF2B5EF4-FFF2-40B4-BE49-F238E27FC236}">
                <a16:creationId xmlns:a16="http://schemas.microsoft.com/office/drawing/2014/main" id="{578DE6F7-4F9D-472C-8841-B3121C25C122}"/>
              </a:ext>
            </a:extLst>
          </p:cNvPr>
          <p:cNvSpPr txBox="1"/>
          <p:nvPr/>
        </p:nvSpPr>
        <p:spPr>
          <a:xfrm>
            <a:off x="8160886" y="3455670"/>
            <a:ext cx="3186146" cy="1338828"/>
          </a:xfrm>
          <a:prstGeom prst="rect">
            <a:avLst/>
          </a:prstGeom>
        </p:spPr>
        <p:txBody>
          <a:bodyPr wrap="square" lIns="0" tIns="0" rIns="0" bIns="0" rtlCol="0" anchor="t">
            <a:spAutoFit/>
          </a:bodyPr>
          <a:lstStyle/>
          <a:p>
            <a:pPr algn="ctr">
              <a:lnSpc>
                <a:spcPts val="3640"/>
              </a:lnSpc>
              <a:spcBef>
                <a:spcPct val="0"/>
              </a:spcBef>
            </a:pPr>
            <a:r>
              <a:rPr lang="fr-FR" b="1" dirty="0">
                <a:solidFill>
                  <a:srgbClr val="DDB974"/>
                </a:solidFill>
                <a:latin typeface="Monotype Corsiva" panose="03010101010201010101" pitchFamily="66" charset="0"/>
                <a:ea typeface="Avenir Bold"/>
                <a:cs typeface="Avenir Bold"/>
                <a:sym typeface="Avenir Bold"/>
              </a:rPr>
              <a:t>Analyser la distribution géographique de la production cinématographique mondiale</a:t>
            </a:r>
            <a:endParaRPr lang="en-US" b="1" dirty="0">
              <a:solidFill>
                <a:srgbClr val="DDB974"/>
              </a:solidFill>
              <a:latin typeface="Monotype Corsiva" panose="03010101010201010101" pitchFamily="66" charset="0"/>
              <a:ea typeface="Avenir Bold"/>
              <a:cs typeface="Avenir Bold"/>
              <a:sym typeface="Avenir Bold"/>
            </a:endParaRPr>
          </a:p>
        </p:txBody>
      </p:sp>
      <p:sp>
        <p:nvSpPr>
          <p:cNvPr id="91" name="AutoShape 5">
            <a:extLst>
              <a:ext uri="{FF2B5EF4-FFF2-40B4-BE49-F238E27FC236}">
                <a16:creationId xmlns:a16="http://schemas.microsoft.com/office/drawing/2014/main" id="{6748E63A-D20A-40E0-ABE3-0BD8637A8FD6}"/>
              </a:ext>
            </a:extLst>
          </p:cNvPr>
          <p:cNvSpPr/>
          <p:nvPr/>
        </p:nvSpPr>
        <p:spPr>
          <a:xfrm flipH="1" flipV="1">
            <a:off x="3484792" y="1069957"/>
            <a:ext cx="4878251" cy="1"/>
          </a:xfrm>
          <a:prstGeom prst="line">
            <a:avLst/>
          </a:prstGeom>
          <a:ln w="38100" cap="flat">
            <a:solidFill>
              <a:srgbClr val="DDB974"/>
            </a:solidFill>
            <a:prstDash val="solid"/>
            <a:headEnd type="none" w="sm" len="sm"/>
            <a:tailEnd type="none" w="sm" len="sm"/>
          </a:ln>
        </p:spPr>
      </p:sp>
    </p:spTree>
    <p:extLst>
      <p:ext uri="{BB962C8B-B14F-4D97-AF65-F5344CB8AC3E}">
        <p14:creationId xmlns:p14="http://schemas.microsoft.com/office/powerpoint/2010/main" val="11349245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par>
                                <p:cTn id="10" presetID="2" presetClass="entr" presetSubtype="1" decel="100000"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1000" fill="hold"/>
                                        <p:tgtEl>
                                          <p:spTgt spid="2"/>
                                        </p:tgtEl>
                                        <p:attrNameLst>
                                          <p:attrName>ppt_x</p:attrName>
                                        </p:attrNameLst>
                                      </p:cBhvr>
                                      <p:tavLst>
                                        <p:tav tm="0">
                                          <p:val>
                                            <p:strVal val="#ppt_x"/>
                                          </p:val>
                                        </p:tav>
                                        <p:tav tm="100000">
                                          <p:val>
                                            <p:strVal val="#ppt_x"/>
                                          </p:val>
                                        </p:tav>
                                      </p:tavLst>
                                    </p:anim>
                                    <p:anim calcmode="lin" valueType="num">
                                      <p:cBhvr additive="base">
                                        <p:cTn id="13" dur="10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70000"/>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id="{F8999262-5267-4978-9C63-12E591013E47}"/>
              </a:ext>
            </a:extLst>
          </p:cNvPr>
          <p:cNvSpPr txBox="1"/>
          <p:nvPr/>
        </p:nvSpPr>
        <p:spPr>
          <a:xfrm>
            <a:off x="2370514" y="138152"/>
            <a:ext cx="7510389" cy="830997"/>
          </a:xfrm>
          <a:prstGeom prst="rect">
            <a:avLst/>
          </a:prstGeom>
          <a:noFill/>
        </p:spPr>
        <p:txBody>
          <a:bodyPr wrap="none" rtlCol="0">
            <a:spAutoFit/>
          </a:bodyPr>
          <a:lstStyle/>
          <a:p>
            <a:pPr algn="ctr"/>
            <a:r>
              <a:rPr lang="fr-FR" sz="4800" b="1" dirty="0">
                <a:solidFill>
                  <a:srgbClr val="DDB974"/>
                </a:solidFill>
                <a:latin typeface="Monotype Corsiva" panose="03010101010201010101" pitchFamily="66" charset="0"/>
              </a:rPr>
              <a:t>DESCRIPTION DES </a:t>
            </a:r>
            <a:r>
              <a:rPr lang="fr-FR" sz="4000" b="1" dirty="0">
                <a:solidFill>
                  <a:srgbClr val="DDB974"/>
                </a:solidFill>
                <a:latin typeface="Monotype Corsiva" panose="03010101010201010101" pitchFamily="66" charset="0"/>
              </a:rPr>
              <a:t>DONNÉES</a:t>
            </a:r>
            <a:endParaRPr lang="en-US" sz="6000" b="1" dirty="0">
              <a:solidFill>
                <a:srgbClr val="DDB974"/>
              </a:solidFill>
              <a:latin typeface="Monotype Corsiva" panose="03010101010201010101" pitchFamily="66" charset="0"/>
            </a:endParaRPr>
          </a:p>
        </p:txBody>
      </p:sp>
      <p:sp>
        <p:nvSpPr>
          <p:cNvPr id="33" name="Rectangle 32">
            <a:extLst>
              <a:ext uri="{FF2B5EF4-FFF2-40B4-BE49-F238E27FC236}">
                <a16:creationId xmlns:a16="http://schemas.microsoft.com/office/drawing/2014/main" id="{0BF5281B-C5DA-4848-A908-31776066F6AB}"/>
              </a:ext>
            </a:extLst>
          </p:cNvPr>
          <p:cNvSpPr/>
          <p:nvPr/>
        </p:nvSpPr>
        <p:spPr>
          <a:xfrm>
            <a:off x="4647205" y="1333523"/>
            <a:ext cx="3172780" cy="461665"/>
          </a:xfrm>
          <a:prstGeom prst="rect">
            <a:avLst/>
          </a:prstGeom>
        </p:spPr>
        <p:txBody>
          <a:bodyPr wrap="square">
            <a:spAutoFit/>
          </a:bodyPr>
          <a:lstStyle/>
          <a:p>
            <a:pPr algn="ctr"/>
            <a:r>
              <a:rPr lang="en-US" sz="2400" b="1" dirty="0">
                <a:solidFill>
                  <a:srgbClr val="DDB974"/>
                </a:solidFill>
                <a:latin typeface="Monotype Corsiva" panose="03010101010201010101" pitchFamily="66" charset="0"/>
                <a:cs typeface="Times New Roman" panose="02020603050405020304" pitchFamily="18" charset="0"/>
              </a:rPr>
              <a:t> Source &amp; Variables</a:t>
            </a:r>
          </a:p>
        </p:txBody>
      </p:sp>
      <p:sp>
        <p:nvSpPr>
          <p:cNvPr id="21" name="Arrow: Down 20">
            <a:extLst>
              <a:ext uri="{FF2B5EF4-FFF2-40B4-BE49-F238E27FC236}">
                <a16:creationId xmlns:a16="http://schemas.microsoft.com/office/drawing/2014/main" id="{06295F1B-366A-4096-B513-D547A9E4581B}"/>
              </a:ext>
            </a:extLst>
          </p:cNvPr>
          <p:cNvSpPr/>
          <p:nvPr/>
        </p:nvSpPr>
        <p:spPr>
          <a:xfrm rot="2204852">
            <a:off x="5307060" y="1879836"/>
            <a:ext cx="323088" cy="140741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22" name="Arrow: Down 21">
            <a:extLst>
              <a:ext uri="{FF2B5EF4-FFF2-40B4-BE49-F238E27FC236}">
                <a16:creationId xmlns:a16="http://schemas.microsoft.com/office/drawing/2014/main" id="{F46C1915-2818-4914-AE3A-C8827C60E6A9}"/>
              </a:ext>
            </a:extLst>
          </p:cNvPr>
          <p:cNvSpPr/>
          <p:nvPr/>
        </p:nvSpPr>
        <p:spPr>
          <a:xfrm rot="19037841">
            <a:off x="7092341" y="1754735"/>
            <a:ext cx="323088" cy="15343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nvGrpSpPr>
          <p:cNvPr id="12" name="Groupe 11">
            <a:extLst>
              <a:ext uri="{FF2B5EF4-FFF2-40B4-BE49-F238E27FC236}">
                <a16:creationId xmlns:a16="http://schemas.microsoft.com/office/drawing/2014/main" id="{7FE60012-638F-470F-B13E-880AEF624D1E}"/>
              </a:ext>
            </a:extLst>
          </p:cNvPr>
          <p:cNvGrpSpPr/>
          <p:nvPr/>
        </p:nvGrpSpPr>
        <p:grpSpPr>
          <a:xfrm>
            <a:off x="-14420" y="-26649"/>
            <a:ext cx="12280257" cy="6911319"/>
            <a:chOff x="-14420" y="-26649"/>
            <a:chExt cx="12280257" cy="6911319"/>
          </a:xfrm>
        </p:grpSpPr>
        <p:sp>
          <p:nvSpPr>
            <p:cNvPr id="13" name="Freeform 4">
              <a:extLst>
                <a:ext uri="{FF2B5EF4-FFF2-40B4-BE49-F238E27FC236}">
                  <a16:creationId xmlns:a16="http://schemas.microsoft.com/office/drawing/2014/main" id="{9FC88738-0081-4A55-8AD2-73008E770707}"/>
                </a:ext>
              </a:extLst>
            </p:cNvPr>
            <p:cNvSpPr/>
            <p:nvPr/>
          </p:nvSpPr>
          <p:spPr>
            <a:xfrm rot="5400000">
              <a:off x="10735070" y="541235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4" name="Freeform 5">
              <a:extLst>
                <a:ext uri="{FF2B5EF4-FFF2-40B4-BE49-F238E27FC236}">
                  <a16:creationId xmlns:a16="http://schemas.microsoft.com/office/drawing/2014/main" id="{688569C0-4EAB-43F9-950B-1944ED1E5743}"/>
                </a:ext>
              </a:extLst>
            </p:cNvPr>
            <p:cNvSpPr/>
            <p:nvPr/>
          </p:nvSpPr>
          <p:spPr>
            <a:xfrm rot="10800000">
              <a:off x="-4089" y="540106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AutoShape 6">
              <a:extLst>
                <a:ext uri="{FF2B5EF4-FFF2-40B4-BE49-F238E27FC236}">
                  <a16:creationId xmlns:a16="http://schemas.microsoft.com/office/drawing/2014/main" id="{9515D41A-3E99-41A3-B21D-2AB47CAF334C}"/>
                </a:ext>
              </a:extLst>
            </p:cNvPr>
            <p:cNvSpPr/>
            <p:nvPr/>
          </p:nvSpPr>
          <p:spPr>
            <a:xfrm>
              <a:off x="2212236" y="6789773"/>
              <a:ext cx="7767529" cy="0"/>
            </a:xfrm>
            <a:prstGeom prst="line">
              <a:avLst/>
            </a:prstGeom>
            <a:ln w="28575" cap="flat">
              <a:solidFill>
                <a:srgbClr val="DDB974"/>
              </a:solidFill>
              <a:prstDash val="solid"/>
              <a:headEnd type="none" w="sm" len="sm"/>
              <a:tailEnd type="none" w="sm" len="sm"/>
            </a:ln>
          </p:spPr>
        </p:sp>
        <p:sp>
          <p:nvSpPr>
            <p:cNvPr id="16" name="AutoShape 5">
              <a:extLst>
                <a:ext uri="{FF2B5EF4-FFF2-40B4-BE49-F238E27FC236}">
                  <a16:creationId xmlns:a16="http://schemas.microsoft.com/office/drawing/2014/main" id="{3357B00A-65ED-42E5-9F19-F9AD92C92357}"/>
                </a:ext>
              </a:extLst>
            </p:cNvPr>
            <p:cNvSpPr/>
            <p:nvPr/>
          </p:nvSpPr>
          <p:spPr>
            <a:xfrm>
              <a:off x="1506018" y="98775"/>
              <a:ext cx="9116341" cy="0"/>
            </a:xfrm>
            <a:prstGeom prst="line">
              <a:avLst/>
            </a:prstGeom>
            <a:ln w="38100" cap="flat">
              <a:solidFill>
                <a:srgbClr val="DDB974"/>
              </a:solidFill>
              <a:prstDash val="solid"/>
              <a:headEnd type="none" w="sm" len="sm"/>
              <a:tailEnd type="none" w="sm" len="sm"/>
            </a:ln>
          </p:spPr>
        </p:sp>
        <p:sp>
          <p:nvSpPr>
            <p:cNvPr id="17" name="Freeform 3">
              <a:extLst>
                <a:ext uri="{FF2B5EF4-FFF2-40B4-BE49-F238E27FC236}">
                  <a16:creationId xmlns:a16="http://schemas.microsoft.com/office/drawing/2014/main" id="{50D8DE56-6D65-4CA2-9399-5B379600D2FD}"/>
                </a:ext>
              </a:extLst>
            </p:cNvPr>
            <p:cNvSpPr/>
            <p:nvPr/>
          </p:nvSpPr>
          <p:spPr>
            <a:xfrm rot="16200000">
              <a:off x="-14420"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8" name="Freeform 2">
              <a:extLst>
                <a:ext uri="{FF2B5EF4-FFF2-40B4-BE49-F238E27FC236}">
                  <a16:creationId xmlns:a16="http://schemas.microsoft.com/office/drawing/2014/main" id="{8730F449-376E-46E1-81D4-3F1AD3A3D676}"/>
                </a:ext>
              </a:extLst>
            </p:cNvPr>
            <p:cNvSpPr/>
            <p:nvPr/>
          </p:nvSpPr>
          <p:spPr>
            <a:xfrm>
              <a:off x="10793526"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pic>
        <p:nvPicPr>
          <p:cNvPr id="24" name="Image 0" descr="preencoded.png">
            <a:extLst>
              <a:ext uri="{FF2B5EF4-FFF2-40B4-BE49-F238E27FC236}">
                <a16:creationId xmlns:a16="http://schemas.microsoft.com/office/drawing/2014/main" id="{D7788CC3-33A3-441A-A33B-A433769523F9}"/>
              </a:ext>
            </a:extLst>
          </p:cNvPr>
          <p:cNvPicPr>
            <a:picLocks noChangeAspect="1"/>
          </p:cNvPicPr>
          <p:nvPr/>
        </p:nvPicPr>
        <p:blipFill>
          <a:blip r:embed="rId5"/>
          <a:stretch>
            <a:fillRect/>
          </a:stretch>
        </p:blipFill>
        <p:spPr>
          <a:xfrm>
            <a:off x="1160475" y="4054183"/>
            <a:ext cx="1051761" cy="1051761"/>
          </a:xfrm>
          <a:prstGeom prst="rect">
            <a:avLst/>
          </a:prstGeom>
          <a:solidFill>
            <a:srgbClr val="470000"/>
          </a:solidFill>
          <a:ln>
            <a:solidFill>
              <a:srgbClr val="470000"/>
            </a:solidFill>
          </a:ln>
        </p:spPr>
      </p:pic>
      <p:sp>
        <p:nvSpPr>
          <p:cNvPr id="2" name="Rectangle 1">
            <a:extLst>
              <a:ext uri="{FF2B5EF4-FFF2-40B4-BE49-F238E27FC236}">
                <a16:creationId xmlns:a16="http://schemas.microsoft.com/office/drawing/2014/main" id="{8031B59A-2C20-4C9E-90E9-5A35D18AA576}"/>
              </a:ext>
            </a:extLst>
          </p:cNvPr>
          <p:cNvSpPr/>
          <p:nvPr/>
        </p:nvSpPr>
        <p:spPr>
          <a:xfrm>
            <a:off x="2526485" y="3823514"/>
            <a:ext cx="2611612" cy="400110"/>
          </a:xfrm>
          <a:prstGeom prst="rect">
            <a:avLst/>
          </a:prstGeom>
        </p:spPr>
        <p:txBody>
          <a:bodyPr wrap="none">
            <a:spAutoFit/>
          </a:bodyPr>
          <a:lstStyle/>
          <a:p>
            <a:r>
              <a:rPr lang="en-US" sz="2000" b="1" dirty="0">
                <a:solidFill>
                  <a:srgbClr val="DDB974"/>
                </a:solidFill>
                <a:latin typeface="Monotype Corsiva" panose="03010101010201010101" pitchFamily="66" charset="0"/>
                <a:ea typeface="Trebuchet MS" pitchFamily="34" charset="-122"/>
                <a:cs typeface="Trebuchet MS" pitchFamily="34" charset="-120"/>
              </a:rPr>
              <a:t>Source : Kaggle — Movies</a:t>
            </a:r>
            <a:endParaRPr lang="en-US" sz="2000" dirty="0">
              <a:solidFill>
                <a:srgbClr val="DDB974"/>
              </a:solidFill>
              <a:latin typeface="Monotype Corsiva" panose="03010101010201010101" pitchFamily="66" charset="0"/>
            </a:endParaRPr>
          </a:p>
        </p:txBody>
      </p:sp>
      <p:sp>
        <p:nvSpPr>
          <p:cNvPr id="30" name="Freeform 8">
            <a:extLst>
              <a:ext uri="{FF2B5EF4-FFF2-40B4-BE49-F238E27FC236}">
                <a16:creationId xmlns:a16="http://schemas.microsoft.com/office/drawing/2014/main" id="{8A042810-541D-454C-9657-01562430CA0B}"/>
              </a:ext>
            </a:extLst>
          </p:cNvPr>
          <p:cNvSpPr/>
          <p:nvPr/>
        </p:nvSpPr>
        <p:spPr>
          <a:xfrm>
            <a:off x="4985856" y="1286152"/>
            <a:ext cx="423623" cy="646332"/>
          </a:xfrm>
          <a:custGeom>
            <a:avLst/>
            <a:gdLst/>
            <a:ahLst/>
            <a:cxnLst/>
            <a:rect l="l" t="t" r="r" b="b"/>
            <a:pathLst>
              <a:path w="1481840" h="2960122">
                <a:moveTo>
                  <a:pt x="0" y="0"/>
                </a:moveTo>
                <a:lnTo>
                  <a:pt x="1481840" y="0"/>
                </a:lnTo>
                <a:lnTo>
                  <a:pt x="1481840" y="2960122"/>
                </a:lnTo>
                <a:lnTo>
                  <a:pt x="0" y="2960122"/>
                </a:lnTo>
                <a:lnTo>
                  <a:pt x="0" y="0"/>
                </a:lnTo>
                <a:close/>
              </a:path>
            </a:pathLst>
          </a:custGeom>
          <a:blipFill>
            <a:blip r:embed="rId6">
              <a:extLst>
                <a:ext uri="{96DAC541-7B7A-43D3-8B79-37D633B846F1}">
                  <asvg:svgBlip xmlns:asvg="http://schemas.microsoft.com/office/drawing/2016/SVG/main" r:embed="rId7"/>
                </a:ext>
              </a:extLst>
            </a:blip>
            <a:stretch>
              <a:fillRect r="-182845"/>
            </a:stretch>
          </a:blipFill>
        </p:spPr>
      </p:sp>
      <p:sp>
        <p:nvSpPr>
          <p:cNvPr id="31" name="Freeform 9">
            <a:extLst>
              <a:ext uri="{FF2B5EF4-FFF2-40B4-BE49-F238E27FC236}">
                <a16:creationId xmlns:a16="http://schemas.microsoft.com/office/drawing/2014/main" id="{180F9F97-C1CC-4B45-AED3-E5E9F3F6AF9E}"/>
              </a:ext>
            </a:extLst>
          </p:cNvPr>
          <p:cNvSpPr/>
          <p:nvPr/>
        </p:nvSpPr>
        <p:spPr>
          <a:xfrm flipH="1">
            <a:off x="7312184" y="1286152"/>
            <a:ext cx="331252" cy="629203"/>
          </a:xfrm>
          <a:custGeom>
            <a:avLst/>
            <a:gdLst/>
            <a:ahLst/>
            <a:cxnLst/>
            <a:rect l="l" t="t" r="r" b="b"/>
            <a:pathLst>
              <a:path w="1481840" h="2960122">
                <a:moveTo>
                  <a:pt x="1481840" y="0"/>
                </a:moveTo>
                <a:lnTo>
                  <a:pt x="0" y="0"/>
                </a:lnTo>
                <a:lnTo>
                  <a:pt x="0" y="2960122"/>
                </a:lnTo>
                <a:lnTo>
                  <a:pt x="1481840" y="2960122"/>
                </a:lnTo>
                <a:lnTo>
                  <a:pt x="1481840" y="0"/>
                </a:lnTo>
                <a:close/>
              </a:path>
            </a:pathLst>
          </a:custGeom>
          <a:blipFill>
            <a:blip r:embed="rId6">
              <a:extLst>
                <a:ext uri="{96DAC541-7B7A-43D3-8B79-37D633B846F1}">
                  <asvg:svgBlip xmlns:asvg="http://schemas.microsoft.com/office/drawing/2016/SVG/main" r:embed="rId7"/>
                </a:ext>
              </a:extLst>
            </a:blip>
            <a:stretch>
              <a:fillRect r="-182845"/>
            </a:stretch>
          </a:blipFill>
        </p:spPr>
      </p:sp>
      <p:sp>
        <p:nvSpPr>
          <p:cNvPr id="5" name="Rectangle 4">
            <a:extLst>
              <a:ext uri="{FF2B5EF4-FFF2-40B4-BE49-F238E27FC236}">
                <a16:creationId xmlns:a16="http://schemas.microsoft.com/office/drawing/2014/main" id="{949DF070-ABA4-4201-95F9-1D20FC1927D3}"/>
              </a:ext>
            </a:extLst>
          </p:cNvPr>
          <p:cNvSpPr/>
          <p:nvPr/>
        </p:nvSpPr>
        <p:spPr>
          <a:xfrm>
            <a:off x="2482155" y="4452717"/>
            <a:ext cx="4079963" cy="1015663"/>
          </a:xfrm>
          <a:prstGeom prst="rect">
            <a:avLst/>
          </a:prstGeom>
        </p:spPr>
        <p:txBody>
          <a:bodyPr wrap="none">
            <a:spAutoFit/>
          </a:bodyPr>
          <a:lstStyle/>
          <a:p>
            <a:pPr marL="342900" indent="-342900">
              <a:buFont typeface="Arial" panose="020B0604020202020204" pitchFamily="34" charset="0"/>
              <a:buChar char="•"/>
            </a:pPr>
            <a:r>
              <a:rPr lang="fr-FR" sz="2000" b="1" dirty="0">
                <a:solidFill>
                  <a:srgbClr val="DDB974"/>
                </a:solidFill>
                <a:latin typeface="Monotype Corsiva" panose="03010101010201010101" pitchFamily="66" charset="0"/>
                <a:ea typeface="Century Gothic" panose="020B0502020202020204" pitchFamily="34" charset="0"/>
              </a:rPr>
              <a:t>7 668 films produits entre 1980 et 2020</a:t>
            </a:r>
          </a:p>
          <a:p>
            <a:pPr marL="342900" indent="-342900">
              <a:buFont typeface="Arial" panose="020B0604020202020204" pitchFamily="34" charset="0"/>
              <a:buChar char="•"/>
            </a:pPr>
            <a:r>
              <a:rPr lang="fr-FR" sz="2000" b="1" dirty="0">
                <a:solidFill>
                  <a:srgbClr val="DDB974"/>
                </a:solidFill>
                <a:latin typeface="Monotype Corsiva" panose="03010101010201010101" pitchFamily="66" charset="0"/>
                <a:ea typeface="Century Gothic" panose="020B0502020202020204" pitchFamily="34" charset="0"/>
              </a:rPr>
              <a:t>15 variables de nature diverse </a:t>
            </a:r>
          </a:p>
          <a:p>
            <a:pPr marL="342900" indent="-342900">
              <a:buFont typeface="Arial" panose="020B0604020202020204" pitchFamily="34" charset="0"/>
              <a:buChar char="•"/>
            </a:pPr>
            <a:endParaRPr lang="fr-FR" sz="2000" b="1" dirty="0">
              <a:solidFill>
                <a:srgbClr val="DDB974"/>
              </a:solidFill>
              <a:latin typeface="Monotype Corsiva" panose="03010101010201010101" pitchFamily="66" charset="0"/>
            </a:endParaRPr>
          </a:p>
        </p:txBody>
      </p:sp>
      <p:sp>
        <p:nvSpPr>
          <p:cNvPr id="34" name="Text 4">
            <a:extLst>
              <a:ext uri="{FF2B5EF4-FFF2-40B4-BE49-F238E27FC236}">
                <a16:creationId xmlns:a16="http://schemas.microsoft.com/office/drawing/2014/main" id="{56051A23-C8C2-4480-B5FB-90D0B6132BE1}"/>
              </a:ext>
            </a:extLst>
          </p:cNvPr>
          <p:cNvSpPr/>
          <p:nvPr/>
        </p:nvSpPr>
        <p:spPr>
          <a:xfrm>
            <a:off x="7431809" y="3079639"/>
            <a:ext cx="3840480" cy="347472"/>
          </a:xfrm>
          <a:prstGeom prst="rect">
            <a:avLst/>
          </a:prstGeom>
          <a:noFill/>
          <a:ln>
            <a:noFill/>
          </a:ln>
        </p:spPr>
        <p:txBody>
          <a:bodyPr wrap="square" lIns="0" tIns="0" rIns="0" bIns="0" rtlCol="0" anchor="ctr"/>
          <a:lstStyle/>
          <a:p>
            <a:pPr marL="0" indent="0" algn="ctr">
              <a:buNone/>
            </a:pPr>
            <a:r>
              <a:rPr lang="en-US" b="1" dirty="0">
                <a:solidFill>
                  <a:srgbClr val="DDB974"/>
                </a:solidFill>
                <a:latin typeface="Monotype Corsiva" panose="03010101010201010101" pitchFamily="66" charset="0"/>
                <a:ea typeface="Trebuchet MS" pitchFamily="34" charset="-122"/>
                <a:cs typeface="Trebuchet MS" pitchFamily="34" charset="-120"/>
              </a:rPr>
              <a:t>Variables clés</a:t>
            </a:r>
            <a:endParaRPr lang="en-US" dirty="0">
              <a:solidFill>
                <a:srgbClr val="DDB974"/>
              </a:solidFill>
              <a:latin typeface="Monotype Corsiva" panose="03010101010201010101" pitchFamily="66" charset="0"/>
            </a:endParaRPr>
          </a:p>
        </p:txBody>
      </p:sp>
      <p:sp>
        <p:nvSpPr>
          <p:cNvPr id="35" name="Shape 5">
            <a:extLst>
              <a:ext uri="{FF2B5EF4-FFF2-40B4-BE49-F238E27FC236}">
                <a16:creationId xmlns:a16="http://schemas.microsoft.com/office/drawing/2014/main" id="{922884D2-B42D-4726-B22C-F4E1B6BC66BB}"/>
              </a:ext>
            </a:extLst>
          </p:cNvPr>
          <p:cNvSpPr/>
          <p:nvPr/>
        </p:nvSpPr>
        <p:spPr>
          <a:xfrm>
            <a:off x="7431809" y="3509407"/>
            <a:ext cx="3840480" cy="457200"/>
          </a:xfrm>
          <a:prstGeom prst="rect">
            <a:avLst/>
          </a:prstGeom>
          <a:solidFill>
            <a:srgbClr val="DDB974"/>
          </a:solidFill>
          <a:ln>
            <a:noFill/>
          </a:ln>
        </p:spPr>
      </p:sp>
      <p:sp>
        <p:nvSpPr>
          <p:cNvPr id="37" name="Shape 6">
            <a:extLst>
              <a:ext uri="{FF2B5EF4-FFF2-40B4-BE49-F238E27FC236}">
                <a16:creationId xmlns:a16="http://schemas.microsoft.com/office/drawing/2014/main" id="{8F12D8C2-B8D1-4F98-ADC2-9181903CDA7C}"/>
              </a:ext>
            </a:extLst>
          </p:cNvPr>
          <p:cNvSpPr/>
          <p:nvPr/>
        </p:nvSpPr>
        <p:spPr>
          <a:xfrm>
            <a:off x="7431809" y="3509407"/>
            <a:ext cx="45720" cy="457200"/>
          </a:xfrm>
          <a:prstGeom prst="rect">
            <a:avLst/>
          </a:prstGeom>
          <a:solidFill>
            <a:srgbClr val="DDB974"/>
          </a:solidFill>
          <a:ln>
            <a:noFill/>
          </a:ln>
        </p:spPr>
      </p:sp>
      <p:sp>
        <p:nvSpPr>
          <p:cNvPr id="38" name="Text 7">
            <a:extLst>
              <a:ext uri="{FF2B5EF4-FFF2-40B4-BE49-F238E27FC236}">
                <a16:creationId xmlns:a16="http://schemas.microsoft.com/office/drawing/2014/main" id="{A651DF2A-1278-4905-8F35-4BC37DDD6EA3}"/>
              </a:ext>
            </a:extLst>
          </p:cNvPr>
          <p:cNvSpPr/>
          <p:nvPr/>
        </p:nvSpPr>
        <p:spPr>
          <a:xfrm>
            <a:off x="7523249" y="3582559"/>
            <a:ext cx="2286000" cy="320040"/>
          </a:xfrm>
          <a:prstGeom prst="rect">
            <a:avLst/>
          </a:prstGeom>
          <a:solidFill>
            <a:srgbClr val="DDB974"/>
          </a:solidFill>
          <a:ln>
            <a:noFill/>
          </a:ln>
        </p:spPr>
        <p:txBody>
          <a:bodyPr wrap="square" lIns="0" tIns="0" rIns="0" bIns="0" rtlCol="0" anchor="ctr"/>
          <a:lstStyle/>
          <a:p>
            <a:pPr marL="0" indent="0">
              <a:buNone/>
            </a:pPr>
            <a:r>
              <a:rPr lang="en-US" sz="1400" b="1" dirty="0">
                <a:solidFill>
                  <a:srgbClr val="470000"/>
                </a:solidFill>
                <a:latin typeface="Monotype Corsiva" panose="03010101010201010101" pitchFamily="66" charset="0"/>
                <a:ea typeface="Calibri" pitchFamily="34" charset="-122"/>
                <a:cs typeface="Calibri" pitchFamily="34" charset="-120"/>
              </a:rPr>
              <a:t>name / rating / genre</a:t>
            </a:r>
            <a:endParaRPr lang="en-US" sz="1400" dirty="0">
              <a:solidFill>
                <a:srgbClr val="470000"/>
              </a:solidFill>
              <a:latin typeface="Monotype Corsiva" panose="03010101010201010101" pitchFamily="66" charset="0"/>
            </a:endParaRPr>
          </a:p>
        </p:txBody>
      </p:sp>
      <p:sp>
        <p:nvSpPr>
          <p:cNvPr id="39" name="Text 8">
            <a:extLst>
              <a:ext uri="{FF2B5EF4-FFF2-40B4-BE49-F238E27FC236}">
                <a16:creationId xmlns:a16="http://schemas.microsoft.com/office/drawing/2014/main" id="{A4494CA8-B545-4F8F-939E-29B0234BABBD}"/>
              </a:ext>
            </a:extLst>
          </p:cNvPr>
          <p:cNvSpPr/>
          <p:nvPr/>
        </p:nvSpPr>
        <p:spPr>
          <a:xfrm>
            <a:off x="9809249" y="3582559"/>
            <a:ext cx="1371600" cy="320040"/>
          </a:xfrm>
          <a:prstGeom prst="rect">
            <a:avLst/>
          </a:prstGeom>
          <a:solidFill>
            <a:srgbClr val="DDB974"/>
          </a:solidFill>
          <a:ln>
            <a:noFill/>
          </a:ln>
        </p:spPr>
        <p:txBody>
          <a:bodyPr wrap="square" lIns="0" tIns="0" rIns="0" bIns="0" rtlCol="0" anchor="ctr"/>
          <a:lstStyle/>
          <a:p>
            <a:pPr marL="0" indent="0" algn="r">
              <a:buNone/>
            </a:pPr>
            <a:r>
              <a:rPr lang="en-US" sz="1100" dirty="0">
                <a:solidFill>
                  <a:srgbClr val="470000"/>
                </a:solidFill>
                <a:latin typeface="Monotype Corsiva" panose="03010101010201010101" pitchFamily="66" charset="0"/>
                <a:ea typeface="Calibri" pitchFamily="34" charset="-122"/>
                <a:cs typeface="Calibri" pitchFamily="34" charset="-120"/>
              </a:rPr>
              <a:t>Catégorielle / Texte</a:t>
            </a:r>
            <a:endParaRPr lang="en-US" sz="1100" dirty="0">
              <a:solidFill>
                <a:srgbClr val="470000"/>
              </a:solidFill>
              <a:latin typeface="Monotype Corsiva" panose="03010101010201010101" pitchFamily="66" charset="0"/>
            </a:endParaRPr>
          </a:p>
        </p:txBody>
      </p:sp>
      <p:sp>
        <p:nvSpPr>
          <p:cNvPr id="40" name="Shape 9">
            <a:extLst>
              <a:ext uri="{FF2B5EF4-FFF2-40B4-BE49-F238E27FC236}">
                <a16:creationId xmlns:a16="http://schemas.microsoft.com/office/drawing/2014/main" id="{FEDECDBE-924B-4503-A728-FF3DD0EE8EA6}"/>
              </a:ext>
            </a:extLst>
          </p:cNvPr>
          <p:cNvSpPr/>
          <p:nvPr/>
        </p:nvSpPr>
        <p:spPr>
          <a:xfrm>
            <a:off x="7431809" y="4012327"/>
            <a:ext cx="3840480" cy="457200"/>
          </a:xfrm>
          <a:prstGeom prst="rect">
            <a:avLst/>
          </a:prstGeom>
          <a:solidFill>
            <a:srgbClr val="DDB974"/>
          </a:solidFill>
          <a:ln>
            <a:noFill/>
          </a:ln>
        </p:spPr>
      </p:sp>
      <p:sp>
        <p:nvSpPr>
          <p:cNvPr id="42" name="Shape 10">
            <a:extLst>
              <a:ext uri="{FF2B5EF4-FFF2-40B4-BE49-F238E27FC236}">
                <a16:creationId xmlns:a16="http://schemas.microsoft.com/office/drawing/2014/main" id="{A9933557-4F1D-4641-8EDB-CCFA677EF26F}"/>
              </a:ext>
            </a:extLst>
          </p:cNvPr>
          <p:cNvSpPr/>
          <p:nvPr/>
        </p:nvSpPr>
        <p:spPr>
          <a:xfrm>
            <a:off x="7431809" y="4012327"/>
            <a:ext cx="45720" cy="457200"/>
          </a:xfrm>
          <a:prstGeom prst="rect">
            <a:avLst/>
          </a:prstGeom>
          <a:solidFill>
            <a:srgbClr val="DDB974"/>
          </a:solidFill>
          <a:ln>
            <a:noFill/>
          </a:ln>
        </p:spPr>
      </p:sp>
      <p:sp>
        <p:nvSpPr>
          <p:cNvPr id="43" name="Text 11">
            <a:extLst>
              <a:ext uri="{FF2B5EF4-FFF2-40B4-BE49-F238E27FC236}">
                <a16:creationId xmlns:a16="http://schemas.microsoft.com/office/drawing/2014/main" id="{2F19AA27-7367-456E-BBBD-FDA859B8F04C}"/>
              </a:ext>
            </a:extLst>
          </p:cNvPr>
          <p:cNvSpPr/>
          <p:nvPr/>
        </p:nvSpPr>
        <p:spPr>
          <a:xfrm>
            <a:off x="7523249" y="4085479"/>
            <a:ext cx="2286000" cy="320040"/>
          </a:xfrm>
          <a:prstGeom prst="rect">
            <a:avLst/>
          </a:prstGeom>
          <a:solidFill>
            <a:srgbClr val="DDB974"/>
          </a:solidFill>
          <a:ln>
            <a:noFill/>
          </a:ln>
        </p:spPr>
        <p:txBody>
          <a:bodyPr wrap="square" lIns="0" tIns="0" rIns="0" bIns="0" rtlCol="0" anchor="ctr"/>
          <a:lstStyle/>
          <a:p>
            <a:pPr marL="0" indent="0">
              <a:buNone/>
            </a:pPr>
            <a:r>
              <a:rPr lang="en-US" sz="1400" b="1" dirty="0">
                <a:solidFill>
                  <a:srgbClr val="470000"/>
                </a:solidFill>
                <a:latin typeface="Monotype Corsiva" panose="03010101010201010101" pitchFamily="66" charset="0"/>
                <a:ea typeface="Calibri" pitchFamily="34" charset="-122"/>
                <a:cs typeface="Calibri" pitchFamily="34" charset="-120"/>
              </a:rPr>
              <a:t>year / score / votes</a:t>
            </a:r>
            <a:endParaRPr lang="en-US" sz="1400" dirty="0">
              <a:solidFill>
                <a:srgbClr val="470000"/>
              </a:solidFill>
              <a:latin typeface="Monotype Corsiva" panose="03010101010201010101" pitchFamily="66" charset="0"/>
            </a:endParaRPr>
          </a:p>
        </p:txBody>
      </p:sp>
      <p:sp>
        <p:nvSpPr>
          <p:cNvPr id="45" name="Text 12">
            <a:extLst>
              <a:ext uri="{FF2B5EF4-FFF2-40B4-BE49-F238E27FC236}">
                <a16:creationId xmlns:a16="http://schemas.microsoft.com/office/drawing/2014/main" id="{4B3D7828-1885-4AC5-873E-1AA612B45867}"/>
              </a:ext>
            </a:extLst>
          </p:cNvPr>
          <p:cNvSpPr/>
          <p:nvPr/>
        </p:nvSpPr>
        <p:spPr>
          <a:xfrm>
            <a:off x="9809249" y="4085479"/>
            <a:ext cx="1371600" cy="320040"/>
          </a:xfrm>
          <a:prstGeom prst="rect">
            <a:avLst/>
          </a:prstGeom>
          <a:solidFill>
            <a:srgbClr val="DDB974"/>
          </a:solidFill>
          <a:ln>
            <a:noFill/>
          </a:ln>
        </p:spPr>
        <p:txBody>
          <a:bodyPr wrap="square" lIns="0" tIns="0" rIns="0" bIns="0" rtlCol="0" anchor="ctr"/>
          <a:lstStyle/>
          <a:p>
            <a:pPr marL="0" indent="0" algn="r">
              <a:buNone/>
            </a:pPr>
            <a:r>
              <a:rPr lang="en-US" sz="1100" dirty="0">
                <a:solidFill>
                  <a:srgbClr val="470000"/>
                </a:solidFill>
                <a:latin typeface="Monotype Corsiva" panose="03010101010201010101" pitchFamily="66" charset="0"/>
                <a:ea typeface="Calibri" pitchFamily="34" charset="-122"/>
                <a:cs typeface="Calibri" pitchFamily="34" charset="-120"/>
              </a:rPr>
              <a:t>Numérique</a:t>
            </a:r>
            <a:endParaRPr lang="en-US" sz="1100" dirty="0">
              <a:solidFill>
                <a:srgbClr val="470000"/>
              </a:solidFill>
              <a:latin typeface="Monotype Corsiva" panose="03010101010201010101" pitchFamily="66" charset="0"/>
            </a:endParaRPr>
          </a:p>
        </p:txBody>
      </p:sp>
      <p:sp>
        <p:nvSpPr>
          <p:cNvPr id="46" name="Shape 13">
            <a:extLst>
              <a:ext uri="{FF2B5EF4-FFF2-40B4-BE49-F238E27FC236}">
                <a16:creationId xmlns:a16="http://schemas.microsoft.com/office/drawing/2014/main" id="{E372C335-9E75-4078-ACB3-A2F5BB5ED133}"/>
              </a:ext>
            </a:extLst>
          </p:cNvPr>
          <p:cNvSpPr/>
          <p:nvPr/>
        </p:nvSpPr>
        <p:spPr>
          <a:xfrm>
            <a:off x="7431809" y="4515247"/>
            <a:ext cx="3840480" cy="457200"/>
          </a:xfrm>
          <a:prstGeom prst="rect">
            <a:avLst/>
          </a:prstGeom>
          <a:solidFill>
            <a:srgbClr val="DDB974"/>
          </a:solidFill>
          <a:ln>
            <a:noFill/>
          </a:ln>
        </p:spPr>
      </p:sp>
      <p:sp>
        <p:nvSpPr>
          <p:cNvPr id="47" name="Shape 14">
            <a:extLst>
              <a:ext uri="{FF2B5EF4-FFF2-40B4-BE49-F238E27FC236}">
                <a16:creationId xmlns:a16="http://schemas.microsoft.com/office/drawing/2014/main" id="{1B6695E6-DC9B-41AD-A8AE-7032CFAD4680}"/>
              </a:ext>
            </a:extLst>
          </p:cNvPr>
          <p:cNvSpPr/>
          <p:nvPr/>
        </p:nvSpPr>
        <p:spPr>
          <a:xfrm>
            <a:off x="7431809" y="4515247"/>
            <a:ext cx="45720" cy="457200"/>
          </a:xfrm>
          <a:prstGeom prst="rect">
            <a:avLst/>
          </a:prstGeom>
          <a:solidFill>
            <a:srgbClr val="DDB974"/>
          </a:solidFill>
          <a:ln>
            <a:noFill/>
          </a:ln>
        </p:spPr>
      </p:sp>
      <p:sp>
        <p:nvSpPr>
          <p:cNvPr id="48" name="Text 15">
            <a:extLst>
              <a:ext uri="{FF2B5EF4-FFF2-40B4-BE49-F238E27FC236}">
                <a16:creationId xmlns:a16="http://schemas.microsoft.com/office/drawing/2014/main" id="{A3ABF579-4C4A-4764-9277-7497456A0F16}"/>
              </a:ext>
            </a:extLst>
          </p:cNvPr>
          <p:cNvSpPr/>
          <p:nvPr/>
        </p:nvSpPr>
        <p:spPr>
          <a:xfrm>
            <a:off x="7523249" y="4588399"/>
            <a:ext cx="2286000" cy="320040"/>
          </a:xfrm>
          <a:prstGeom prst="rect">
            <a:avLst/>
          </a:prstGeom>
          <a:solidFill>
            <a:srgbClr val="DDB974"/>
          </a:solidFill>
          <a:ln>
            <a:noFill/>
          </a:ln>
        </p:spPr>
        <p:txBody>
          <a:bodyPr wrap="square" lIns="0" tIns="0" rIns="0" bIns="0" rtlCol="0" anchor="ctr"/>
          <a:lstStyle/>
          <a:p>
            <a:pPr marL="0" indent="0">
              <a:buNone/>
            </a:pPr>
            <a:r>
              <a:rPr lang="en-US" sz="1400" b="1" dirty="0">
                <a:solidFill>
                  <a:srgbClr val="470000"/>
                </a:solidFill>
                <a:latin typeface="Monotype Corsiva" panose="03010101010201010101" pitchFamily="66" charset="0"/>
                <a:ea typeface="Calibri" pitchFamily="34" charset="-122"/>
                <a:cs typeface="Calibri" pitchFamily="34" charset="-120"/>
              </a:rPr>
              <a:t>director / writer / star</a:t>
            </a:r>
            <a:endParaRPr lang="en-US" sz="1400" dirty="0">
              <a:solidFill>
                <a:srgbClr val="470000"/>
              </a:solidFill>
              <a:latin typeface="Monotype Corsiva" panose="03010101010201010101" pitchFamily="66" charset="0"/>
            </a:endParaRPr>
          </a:p>
        </p:txBody>
      </p:sp>
      <p:sp>
        <p:nvSpPr>
          <p:cNvPr id="49" name="Text 16">
            <a:extLst>
              <a:ext uri="{FF2B5EF4-FFF2-40B4-BE49-F238E27FC236}">
                <a16:creationId xmlns:a16="http://schemas.microsoft.com/office/drawing/2014/main" id="{C7FE0EEE-9A4D-495E-9975-86961686A819}"/>
              </a:ext>
            </a:extLst>
          </p:cNvPr>
          <p:cNvSpPr/>
          <p:nvPr/>
        </p:nvSpPr>
        <p:spPr>
          <a:xfrm>
            <a:off x="9809249" y="4588399"/>
            <a:ext cx="1371600" cy="320040"/>
          </a:xfrm>
          <a:prstGeom prst="rect">
            <a:avLst/>
          </a:prstGeom>
          <a:solidFill>
            <a:srgbClr val="DDB974"/>
          </a:solidFill>
          <a:ln>
            <a:noFill/>
          </a:ln>
        </p:spPr>
        <p:txBody>
          <a:bodyPr wrap="square" lIns="0" tIns="0" rIns="0" bIns="0" rtlCol="0" anchor="ctr"/>
          <a:lstStyle/>
          <a:p>
            <a:pPr marL="0" indent="0" algn="r">
              <a:buNone/>
            </a:pPr>
            <a:r>
              <a:rPr lang="en-US" sz="1100" dirty="0">
                <a:solidFill>
                  <a:srgbClr val="470000"/>
                </a:solidFill>
                <a:latin typeface="Monotype Corsiva" panose="03010101010201010101" pitchFamily="66" charset="0"/>
                <a:ea typeface="Calibri" pitchFamily="34" charset="-122"/>
                <a:cs typeface="Calibri" pitchFamily="34" charset="-120"/>
              </a:rPr>
              <a:t>Texte</a:t>
            </a:r>
            <a:endParaRPr lang="en-US" sz="1100" dirty="0">
              <a:solidFill>
                <a:srgbClr val="470000"/>
              </a:solidFill>
              <a:latin typeface="Monotype Corsiva" panose="03010101010201010101" pitchFamily="66" charset="0"/>
            </a:endParaRPr>
          </a:p>
        </p:txBody>
      </p:sp>
      <p:sp>
        <p:nvSpPr>
          <p:cNvPr id="50" name="Shape 17">
            <a:extLst>
              <a:ext uri="{FF2B5EF4-FFF2-40B4-BE49-F238E27FC236}">
                <a16:creationId xmlns:a16="http://schemas.microsoft.com/office/drawing/2014/main" id="{A4486FC7-3025-4863-825E-3AC16DBC96C0}"/>
              </a:ext>
            </a:extLst>
          </p:cNvPr>
          <p:cNvSpPr/>
          <p:nvPr/>
        </p:nvSpPr>
        <p:spPr>
          <a:xfrm>
            <a:off x="7431809" y="5018167"/>
            <a:ext cx="3840480" cy="457200"/>
          </a:xfrm>
          <a:prstGeom prst="rect">
            <a:avLst/>
          </a:prstGeom>
          <a:solidFill>
            <a:srgbClr val="DDB974"/>
          </a:solidFill>
          <a:ln>
            <a:noFill/>
          </a:ln>
        </p:spPr>
      </p:sp>
      <p:sp>
        <p:nvSpPr>
          <p:cNvPr id="51" name="Shape 18">
            <a:extLst>
              <a:ext uri="{FF2B5EF4-FFF2-40B4-BE49-F238E27FC236}">
                <a16:creationId xmlns:a16="http://schemas.microsoft.com/office/drawing/2014/main" id="{E280C656-02BC-4366-858E-5B590D2FE2AB}"/>
              </a:ext>
            </a:extLst>
          </p:cNvPr>
          <p:cNvSpPr/>
          <p:nvPr/>
        </p:nvSpPr>
        <p:spPr>
          <a:xfrm>
            <a:off x="7431809" y="5018167"/>
            <a:ext cx="45720" cy="457200"/>
          </a:xfrm>
          <a:prstGeom prst="rect">
            <a:avLst/>
          </a:prstGeom>
          <a:solidFill>
            <a:srgbClr val="DDB974"/>
          </a:solidFill>
          <a:ln>
            <a:noFill/>
          </a:ln>
        </p:spPr>
      </p:sp>
      <p:sp>
        <p:nvSpPr>
          <p:cNvPr id="52" name="Text 19">
            <a:extLst>
              <a:ext uri="{FF2B5EF4-FFF2-40B4-BE49-F238E27FC236}">
                <a16:creationId xmlns:a16="http://schemas.microsoft.com/office/drawing/2014/main" id="{AEF00B50-6CB7-40E9-8158-1A3DB157FAD7}"/>
              </a:ext>
            </a:extLst>
          </p:cNvPr>
          <p:cNvSpPr/>
          <p:nvPr/>
        </p:nvSpPr>
        <p:spPr>
          <a:xfrm>
            <a:off x="7523249" y="5091319"/>
            <a:ext cx="2286000" cy="320040"/>
          </a:xfrm>
          <a:prstGeom prst="rect">
            <a:avLst/>
          </a:prstGeom>
          <a:solidFill>
            <a:srgbClr val="DDB974"/>
          </a:solidFill>
          <a:ln>
            <a:noFill/>
          </a:ln>
        </p:spPr>
        <p:txBody>
          <a:bodyPr wrap="square" lIns="0" tIns="0" rIns="0" bIns="0" rtlCol="0" anchor="ctr"/>
          <a:lstStyle/>
          <a:p>
            <a:pPr marL="0" indent="0">
              <a:buNone/>
            </a:pPr>
            <a:r>
              <a:rPr lang="en-US" sz="1400" b="1" dirty="0">
                <a:solidFill>
                  <a:srgbClr val="470000"/>
                </a:solidFill>
                <a:latin typeface="Monotype Corsiva" panose="03010101010201010101" pitchFamily="66" charset="0"/>
                <a:ea typeface="Calibri" pitchFamily="34" charset="-122"/>
                <a:cs typeface="Calibri" pitchFamily="34" charset="-120"/>
              </a:rPr>
              <a:t>country / company</a:t>
            </a:r>
            <a:endParaRPr lang="en-US" sz="1400" dirty="0">
              <a:solidFill>
                <a:srgbClr val="470000"/>
              </a:solidFill>
              <a:latin typeface="Monotype Corsiva" panose="03010101010201010101" pitchFamily="66" charset="0"/>
            </a:endParaRPr>
          </a:p>
        </p:txBody>
      </p:sp>
      <p:sp>
        <p:nvSpPr>
          <p:cNvPr id="53" name="Text 20">
            <a:extLst>
              <a:ext uri="{FF2B5EF4-FFF2-40B4-BE49-F238E27FC236}">
                <a16:creationId xmlns:a16="http://schemas.microsoft.com/office/drawing/2014/main" id="{CA12A738-1592-4EA6-9593-F0A7973983F5}"/>
              </a:ext>
            </a:extLst>
          </p:cNvPr>
          <p:cNvSpPr/>
          <p:nvPr/>
        </p:nvSpPr>
        <p:spPr>
          <a:xfrm>
            <a:off x="9809249" y="5091319"/>
            <a:ext cx="1371600" cy="320040"/>
          </a:xfrm>
          <a:prstGeom prst="rect">
            <a:avLst/>
          </a:prstGeom>
          <a:solidFill>
            <a:srgbClr val="DDB974"/>
          </a:solidFill>
          <a:ln>
            <a:noFill/>
          </a:ln>
        </p:spPr>
        <p:txBody>
          <a:bodyPr wrap="square" lIns="0" tIns="0" rIns="0" bIns="0" rtlCol="0" anchor="ctr"/>
          <a:lstStyle/>
          <a:p>
            <a:pPr marL="0" indent="0" algn="r">
              <a:buNone/>
            </a:pPr>
            <a:r>
              <a:rPr lang="en-US" sz="1100" dirty="0">
                <a:solidFill>
                  <a:srgbClr val="470000"/>
                </a:solidFill>
                <a:latin typeface="Monotype Corsiva" panose="03010101010201010101" pitchFamily="66" charset="0"/>
                <a:ea typeface="Calibri" pitchFamily="34" charset="-122"/>
                <a:cs typeface="Calibri" pitchFamily="34" charset="-120"/>
              </a:rPr>
              <a:t>Catégorielle</a:t>
            </a:r>
            <a:endParaRPr lang="en-US" sz="1100" dirty="0">
              <a:solidFill>
                <a:srgbClr val="470000"/>
              </a:solidFill>
              <a:latin typeface="Monotype Corsiva" panose="03010101010201010101" pitchFamily="66" charset="0"/>
            </a:endParaRPr>
          </a:p>
        </p:txBody>
      </p:sp>
      <p:sp>
        <p:nvSpPr>
          <p:cNvPr id="54" name="Shape 21">
            <a:extLst>
              <a:ext uri="{FF2B5EF4-FFF2-40B4-BE49-F238E27FC236}">
                <a16:creationId xmlns:a16="http://schemas.microsoft.com/office/drawing/2014/main" id="{99FB1F61-18A8-4D41-B9A9-3C2910A38415}"/>
              </a:ext>
            </a:extLst>
          </p:cNvPr>
          <p:cNvSpPr/>
          <p:nvPr/>
        </p:nvSpPr>
        <p:spPr>
          <a:xfrm>
            <a:off x="7431809" y="5521087"/>
            <a:ext cx="3840480" cy="457200"/>
          </a:xfrm>
          <a:prstGeom prst="rect">
            <a:avLst/>
          </a:prstGeom>
          <a:solidFill>
            <a:srgbClr val="DDB974"/>
          </a:solidFill>
          <a:ln>
            <a:noFill/>
          </a:ln>
        </p:spPr>
      </p:sp>
      <p:sp>
        <p:nvSpPr>
          <p:cNvPr id="55" name="Shape 22">
            <a:extLst>
              <a:ext uri="{FF2B5EF4-FFF2-40B4-BE49-F238E27FC236}">
                <a16:creationId xmlns:a16="http://schemas.microsoft.com/office/drawing/2014/main" id="{2FDD0C28-758A-4700-BAF2-135EACECE2BF}"/>
              </a:ext>
            </a:extLst>
          </p:cNvPr>
          <p:cNvSpPr/>
          <p:nvPr/>
        </p:nvSpPr>
        <p:spPr>
          <a:xfrm>
            <a:off x="7431809" y="5521087"/>
            <a:ext cx="45720" cy="457200"/>
          </a:xfrm>
          <a:prstGeom prst="rect">
            <a:avLst/>
          </a:prstGeom>
          <a:solidFill>
            <a:srgbClr val="DDB974"/>
          </a:solidFill>
          <a:ln>
            <a:noFill/>
          </a:ln>
        </p:spPr>
      </p:sp>
      <p:sp>
        <p:nvSpPr>
          <p:cNvPr id="56" name="Text 23">
            <a:extLst>
              <a:ext uri="{FF2B5EF4-FFF2-40B4-BE49-F238E27FC236}">
                <a16:creationId xmlns:a16="http://schemas.microsoft.com/office/drawing/2014/main" id="{0AC761C1-22CA-493E-B82B-1C0E11F8EFBA}"/>
              </a:ext>
            </a:extLst>
          </p:cNvPr>
          <p:cNvSpPr/>
          <p:nvPr/>
        </p:nvSpPr>
        <p:spPr>
          <a:xfrm>
            <a:off x="7523249" y="5594239"/>
            <a:ext cx="2286000" cy="320040"/>
          </a:xfrm>
          <a:prstGeom prst="rect">
            <a:avLst/>
          </a:prstGeom>
          <a:solidFill>
            <a:srgbClr val="DDB974"/>
          </a:solidFill>
          <a:ln>
            <a:noFill/>
          </a:ln>
        </p:spPr>
        <p:txBody>
          <a:bodyPr wrap="square" lIns="0" tIns="0" rIns="0" bIns="0" rtlCol="0" anchor="ctr"/>
          <a:lstStyle/>
          <a:p>
            <a:pPr marL="0" indent="0">
              <a:buNone/>
            </a:pPr>
            <a:r>
              <a:rPr lang="en-US" sz="1400" b="1" dirty="0">
                <a:solidFill>
                  <a:srgbClr val="470000"/>
                </a:solidFill>
                <a:latin typeface="Monotype Corsiva" panose="03010101010201010101" pitchFamily="66" charset="0"/>
                <a:ea typeface="Calibri" pitchFamily="34" charset="-122"/>
                <a:cs typeface="Calibri" pitchFamily="34" charset="-120"/>
              </a:rPr>
              <a:t>budget / gross / runtime</a:t>
            </a:r>
            <a:endParaRPr lang="en-US" sz="1400" dirty="0">
              <a:solidFill>
                <a:srgbClr val="470000"/>
              </a:solidFill>
              <a:latin typeface="Monotype Corsiva" panose="03010101010201010101" pitchFamily="66" charset="0"/>
            </a:endParaRPr>
          </a:p>
        </p:txBody>
      </p:sp>
      <p:sp>
        <p:nvSpPr>
          <p:cNvPr id="57" name="Text 24">
            <a:extLst>
              <a:ext uri="{FF2B5EF4-FFF2-40B4-BE49-F238E27FC236}">
                <a16:creationId xmlns:a16="http://schemas.microsoft.com/office/drawing/2014/main" id="{5E41A9F5-6789-44C4-87AF-6DF15ED42C90}"/>
              </a:ext>
            </a:extLst>
          </p:cNvPr>
          <p:cNvSpPr/>
          <p:nvPr/>
        </p:nvSpPr>
        <p:spPr>
          <a:xfrm>
            <a:off x="9809249" y="5594239"/>
            <a:ext cx="1371600" cy="320040"/>
          </a:xfrm>
          <a:prstGeom prst="rect">
            <a:avLst/>
          </a:prstGeom>
          <a:solidFill>
            <a:srgbClr val="DDB974"/>
          </a:solidFill>
          <a:ln>
            <a:noFill/>
          </a:ln>
        </p:spPr>
        <p:txBody>
          <a:bodyPr wrap="square" lIns="0" tIns="0" rIns="0" bIns="0" rtlCol="0" anchor="ctr"/>
          <a:lstStyle/>
          <a:p>
            <a:pPr marL="0" indent="0" algn="r">
              <a:buNone/>
            </a:pPr>
            <a:r>
              <a:rPr lang="en-US" sz="1100" dirty="0">
                <a:solidFill>
                  <a:srgbClr val="470000"/>
                </a:solidFill>
                <a:latin typeface="Monotype Corsiva" panose="03010101010201010101" pitchFamily="66" charset="0"/>
                <a:ea typeface="Calibri" pitchFamily="34" charset="-122"/>
                <a:cs typeface="Calibri" pitchFamily="34" charset="-120"/>
              </a:rPr>
              <a:t>Numérique (USD / min)</a:t>
            </a:r>
            <a:endParaRPr lang="en-US" sz="1100" dirty="0">
              <a:solidFill>
                <a:srgbClr val="470000"/>
              </a:solidFill>
              <a:latin typeface="Monotype Corsiva" panose="03010101010201010101" pitchFamily="66" charset="0"/>
            </a:endParaRPr>
          </a:p>
        </p:txBody>
      </p:sp>
      <p:sp>
        <p:nvSpPr>
          <p:cNvPr id="58" name="Shape 25">
            <a:extLst>
              <a:ext uri="{FF2B5EF4-FFF2-40B4-BE49-F238E27FC236}">
                <a16:creationId xmlns:a16="http://schemas.microsoft.com/office/drawing/2014/main" id="{F9D6615C-338E-4E40-8D22-C00DA5A996E1}"/>
              </a:ext>
            </a:extLst>
          </p:cNvPr>
          <p:cNvSpPr/>
          <p:nvPr/>
        </p:nvSpPr>
        <p:spPr>
          <a:xfrm>
            <a:off x="7431809" y="6024007"/>
            <a:ext cx="3840480" cy="457200"/>
          </a:xfrm>
          <a:prstGeom prst="rect">
            <a:avLst/>
          </a:prstGeom>
          <a:solidFill>
            <a:srgbClr val="DDB974"/>
          </a:solidFill>
          <a:ln>
            <a:noFill/>
          </a:ln>
        </p:spPr>
      </p:sp>
      <p:sp>
        <p:nvSpPr>
          <p:cNvPr id="59" name="Shape 26">
            <a:extLst>
              <a:ext uri="{FF2B5EF4-FFF2-40B4-BE49-F238E27FC236}">
                <a16:creationId xmlns:a16="http://schemas.microsoft.com/office/drawing/2014/main" id="{4E80CD6D-D38A-4129-9AC2-18B8E39C3EDE}"/>
              </a:ext>
            </a:extLst>
          </p:cNvPr>
          <p:cNvSpPr/>
          <p:nvPr/>
        </p:nvSpPr>
        <p:spPr>
          <a:xfrm>
            <a:off x="7431809" y="6024007"/>
            <a:ext cx="45720" cy="457200"/>
          </a:xfrm>
          <a:prstGeom prst="rect">
            <a:avLst/>
          </a:prstGeom>
          <a:solidFill>
            <a:srgbClr val="DDB974"/>
          </a:solidFill>
          <a:ln>
            <a:noFill/>
          </a:ln>
        </p:spPr>
      </p:sp>
      <p:sp>
        <p:nvSpPr>
          <p:cNvPr id="61" name="Text 27">
            <a:extLst>
              <a:ext uri="{FF2B5EF4-FFF2-40B4-BE49-F238E27FC236}">
                <a16:creationId xmlns:a16="http://schemas.microsoft.com/office/drawing/2014/main" id="{B8BC4796-8865-4A9A-9F86-08571F84CDA8}"/>
              </a:ext>
            </a:extLst>
          </p:cNvPr>
          <p:cNvSpPr/>
          <p:nvPr/>
        </p:nvSpPr>
        <p:spPr>
          <a:xfrm>
            <a:off x="7523249" y="6097159"/>
            <a:ext cx="2286000" cy="320040"/>
          </a:xfrm>
          <a:prstGeom prst="rect">
            <a:avLst/>
          </a:prstGeom>
          <a:solidFill>
            <a:srgbClr val="DDB974"/>
          </a:solidFill>
          <a:ln>
            <a:noFill/>
          </a:ln>
        </p:spPr>
        <p:txBody>
          <a:bodyPr wrap="square" lIns="0" tIns="0" rIns="0" bIns="0" rtlCol="0" anchor="ctr"/>
          <a:lstStyle/>
          <a:p>
            <a:pPr marL="0" indent="0">
              <a:buNone/>
            </a:pPr>
            <a:r>
              <a:rPr lang="en-US" sz="1400" b="1" dirty="0">
                <a:solidFill>
                  <a:srgbClr val="470000"/>
                </a:solidFill>
                <a:latin typeface="Monotype Corsiva" panose="03010101010201010101" pitchFamily="66" charset="0"/>
                <a:ea typeface="Calibri" pitchFamily="34" charset="-122"/>
                <a:cs typeface="Calibri" pitchFamily="34" charset="-120"/>
              </a:rPr>
              <a:t>released</a:t>
            </a:r>
            <a:endParaRPr lang="en-US" sz="1400" dirty="0">
              <a:solidFill>
                <a:srgbClr val="470000"/>
              </a:solidFill>
              <a:latin typeface="Monotype Corsiva" panose="03010101010201010101" pitchFamily="66" charset="0"/>
            </a:endParaRPr>
          </a:p>
        </p:txBody>
      </p:sp>
      <p:sp>
        <p:nvSpPr>
          <p:cNvPr id="62" name="Text 28">
            <a:extLst>
              <a:ext uri="{FF2B5EF4-FFF2-40B4-BE49-F238E27FC236}">
                <a16:creationId xmlns:a16="http://schemas.microsoft.com/office/drawing/2014/main" id="{ED1EFA80-F7F0-42DA-91CD-1A7FECD0A0F2}"/>
              </a:ext>
            </a:extLst>
          </p:cNvPr>
          <p:cNvSpPr/>
          <p:nvPr/>
        </p:nvSpPr>
        <p:spPr>
          <a:xfrm>
            <a:off x="9809249" y="6097159"/>
            <a:ext cx="1371600" cy="320040"/>
          </a:xfrm>
          <a:prstGeom prst="rect">
            <a:avLst/>
          </a:prstGeom>
          <a:solidFill>
            <a:srgbClr val="DDB974"/>
          </a:solidFill>
          <a:ln>
            <a:noFill/>
          </a:ln>
        </p:spPr>
        <p:txBody>
          <a:bodyPr wrap="square" lIns="0" tIns="0" rIns="0" bIns="0" rtlCol="0" anchor="ctr"/>
          <a:lstStyle/>
          <a:p>
            <a:pPr marL="0" indent="0" algn="r">
              <a:buNone/>
            </a:pPr>
            <a:r>
              <a:rPr lang="en-US" sz="1100" dirty="0">
                <a:solidFill>
                  <a:srgbClr val="470000"/>
                </a:solidFill>
                <a:latin typeface="Monotype Corsiva" panose="03010101010201010101" pitchFamily="66" charset="0"/>
                <a:ea typeface="Calibri" pitchFamily="34" charset="-122"/>
                <a:cs typeface="Calibri" pitchFamily="34" charset="-120"/>
              </a:rPr>
              <a:t>Date (extraite)</a:t>
            </a:r>
            <a:endParaRPr lang="en-US" sz="1100" dirty="0">
              <a:solidFill>
                <a:srgbClr val="470000"/>
              </a:solidFill>
              <a:latin typeface="Monotype Corsiva" panose="03010101010201010101" pitchFamily="66" charset="0"/>
            </a:endParaRPr>
          </a:p>
        </p:txBody>
      </p:sp>
      <p:graphicFrame>
        <p:nvGraphicFramePr>
          <p:cNvPr id="44" name="Tableau 43">
            <a:extLst>
              <a:ext uri="{FF2B5EF4-FFF2-40B4-BE49-F238E27FC236}">
                <a16:creationId xmlns:a16="http://schemas.microsoft.com/office/drawing/2014/main" id="{AC2338EF-E43C-4EA7-84E0-42C1F5623663}"/>
              </a:ext>
            </a:extLst>
          </p:cNvPr>
          <p:cNvGraphicFramePr>
            <a:graphicFrameLocks noGrp="1"/>
          </p:cNvGraphicFramePr>
          <p:nvPr>
            <p:extLst>
              <p:ext uri="{D42A27DB-BD31-4B8C-83A1-F6EECF244321}">
                <p14:modId xmlns:p14="http://schemas.microsoft.com/office/powerpoint/2010/main" val="938974620"/>
              </p:ext>
            </p:extLst>
          </p:nvPr>
        </p:nvGraphicFramePr>
        <p:xfrm>
          <a:off x="-7045310" y="2214592"/>
          <a:ext cx="5407477" cy="3390754"/>
        </p:xfrm>
        <a:graphic>
          <a:graphicData uri="http://schemas.openxmlformats.org/drawingml/2006/table">
            <a:tbl>
              <a:tblPr firstRow="1" firstCol="1" bandRow="1">
                <a:tableStyleId>{5C22544A-7EE6-4342-B048-85BDC9FD1C3A}</a:tableStyleId>
              </a:tblPr>
              <a:tblGrid>
                <a:gridCol w="1198200">
                  <a:extLst>
                    <a:ext uri="{9D8B030D-6E8A-4147-A177-3AD203B41FA5}">
                      <a16:colId xmlns:a16="http://schemas.microsoft.com/office/drawing/2014/main" val="1038398685"/>
                    </a:ext>
                  </a:extLst>
                </a:gridCol>
                <a:gridCol w="838740">
                  <a:extLst>
                    <a:ext uri="{9D8B030D-6E8A-4147-A177-3AD203B41FA5}">
                      <a16:colId xmlns:a16="http://schemas.microsoft.com/office/drawing/2014/main" val="3696921929"/>
                    </a:ext>
                  </a:extLst>
                </a:gridCol>
                <a:gridCol w="838740">
                  <a:extLst>
                    <a:ext uri="{9D8B030D-6E8A-4147-A177-3AD203B41FA5}">
                      <a16:colId xmlns:a16="http://schemas.microsoft.com/office/drawing/2014/main" val="1337452213"/>
                    </a:ext>
                  </a:extLst>
                </a:gridCol>
                <a:gridCol w="2531797">
                  <a:extLst>
                    <a:ext uri="{9D8B030D-6E8A-4147-A177-3AD203B41FA5}">
                      <a16:colId xmlns:a16="http://schemas.microsoft.com/office/drawing/2014/main" val="585582759"/>
                    </a:ext>
                  </a:extLst>
                </a:gridCol>
              </a:tblGrid>
              <a:tr h="420704">
                <a:tc>
                  <a:txBody>
                    <a:bodyPr/>
                    <a:lstStyle/>
                    <a:p>
                      <a:pPr algn="ctr">
                        <a:lnSpc>
                          <a:spcPct val="107000"/>
                        </a:lnSpc>
                        <a:spcAft>
                          <a:spcPts val="800"/>
                        </a:spcAft>
                      </a:pPr>
                      <a:r>
                        <a:rPr lang="fr-FR" sz="1200">
                          <a:effectLst/>
                          <a:latin typeface="Monotype Corsiva" panose="03010101010201010101" pitchFamily="66" charset="0"/>
                        </a:rPr>
                        <a:t>Variable</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63500" marB="63500"/>
                </a:tc>
                <a:tc>
                  <a:txBody>
                    <a:bodyPr/>
                    <a:lstStyle/>
                    <a:p>
                      <a:pPr algn="ctr">
                        <a:lnSpc>
                          <a:spcPct val="107000"/>
                        </a:lnSpc>
                        <a:spcAft>
                          <a:spcPts val="800"/>
                        </a:spcAft>
                      </a:pPr>
                      <a:r>
                        <a:rPr lang="fr-FR" sz="1200">
                          <a:effectLst/>
                          <a:latin typeface="Monotype Corsiva" panose="03010101010201010101" pitchFamily="66" charset="0"/>
                        </a:rPr>
                        <a:t>NA (n)</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63500" marB="63500"/>
                </a:tc>
                <a:tc>
                  <a:txBody>
                    <a:bodyPr/>
                    <a:lstStyle/>
                    <a:p>
                      <a:pPr algn="ctr">
                        <a:lnSpc>
                          <a:spcPct val="107000"/>
                        </a:lnSpc>
                        <a:spcAft>
                          <a:spcPts val="800"/>
                        </a:spcAft>
                      </a:pPr>
                      <a:r>
                        <a:rPr lang="fr-FR" sz="1200">
                          <a:effectLst/>
                          <a:latin typeface="Monotype Corsiva" panose="03010101010201010101" pitchFamily="66" charset="0"/>
                        </a:rPr>
                        <a:t>NA (%)</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63500" marB="63500"/>
                </a:tc>
                <a:tc>
                  <a:txBody>
                    <a:bodyPr/>
                    <a:lstStyle/>
                    <a:p>
                      <a:pPr algn="ctr">
                        <a:lnSpc>
                          <a:spcPct val="107000"/>
                        </a:lnSpc>
                        <a:spcAft>
                          <a:spcPts val="800"/>
                        </a:spcAft>
                      </a:pPr>
                      <a:r>
                        <a:rPr lang="fr-FR" sz="1200">
                          <a:effectLst/>
                          <a:latin typeface="Monotype Corsiva" panose="03010101010201010101" pitchFamily="66" charset="0"/>
                        </a:rPr>
                        <a:t>Impact sur l'analyse</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63500" marB="63500"/>
                </a:tc>
                <a:extLst>
                  <a:ext uri="{0D108BD9-81ED-4DB2-BD59-A6C34878D82A}">
                    <a16:rowId xmlns:a16="http://schemas.microsoft.com/office/drawing/2014/main" val="4020700581"/>
                  </a:ext>
                </a:extLst>
              </a:tr>
              <a:tr h="386692">
                <a:tc>
                  <a:txBody>
                    <a:bodyPr/>
                    <a:lstStyle/>
                    <a:p>
                      <a:pPr algn="ctr">
                        <a:lnSpc>
                          <a:spcPct val="107000"/>
                        </a:lnSpc>
                        <a:spcAft>
                          <a:spcPts val="800"/>
                        </a:spcAft>
                      </a:pPr>
                      <a:r>
                        <a:rPr lang="fr-FR" sz="1200">
                          <a:effectLst/>
                          <a:latin typeface="Monotype Corsiva" panose="03010101010201010101" pitchFamily="66" charset="0"/>
                        </a:rPr>
                        <a:t>budget</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2 171</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28,3%</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Eleve</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extLst>
                  <a:ext uri="{0D108BD9-81ED-4DB2-BD59-A6C34878D82A}">
                    <a16:rowId xmlns:a16="http://schemas.microsoft.com/office/drawing/2014/main" val="3118414657"/>
                  </a:ext>
                </a:extLst>
              </a:tr>
              <a:tr h="386692">
                <a:tc>
                  <a:txBody>
                    <a:bodyPr/>
                    <a:lstStyle/>
                    <a:p>
                      <a:pPr algn="ctr">
                        <a:lnSpc>
                          <a:spcPct val="107000"/>
                        </a:lnSpc>
                        <a:spcAft>
                          <a:spcPts val="800"/>
                        </a:spcAft>
                      </a:pPr>
                      <a:r>
                        <a:rPr lang="fr-FR" sz="1200">
                          <a:effectLst/>
                          <a:latin typeface="Monotype Corsiva" panose="03010101010201010101" pitchFamily="66" charset="0"/>
                        </a:rPr>
                        <a:t>gross</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186</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2,5%</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Modere</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extLst>
                  <a:ext uri="{0D108BD9-81ED-4DB2-BD59-A6C34878D82A}">
                    <a16:rowId xmlns:a16="http://schemas.microsoft.com/office/drawing/2014/main" val="3639127236"/>
                  </a:ext>
                </a:extLst>
              </a:tr>
              <a:tr h="386692">
                <a:tc>
                  <a:txBody>
                    <a:bodyPr/>
                    <a:lstStyle/>
                    <a:p>
                      <a:pPr algn="ctr">
                        <a:lnSpc>
                          <a:spcPct val="107000"/>
                        </a:lnSpc>
                        <a:spcAft>
                          <a:spcPts val="800"/>
                        </a:spcAft>
                      </a:pPr>
                      <a:r>
                        <a:rPr lang="fr-FR" sz="1200">
                          <a:effectLst/>
                          <a:latin typeface="Monotype Corsiva" panose="03010101010201010101" pitchFamily="66" charset="0"/>
                        </a:rPr>
                        <a:t>rating</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77</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1,0%</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Faible</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extLst>
                  <a:ext uri="{0D108BD9-81ED-4DB2-BD59-A6C34878D82A}">
                    <a16:rowId xmlns:a16="http://schemas.microsoft.com/office/drawing/2014/main" val="498315350"/>
                  </a:ext>
                </a:extLst>
              </a:tr>
              <a:tr h="386692">
                <a:tc>
                  <a:txBody>
                    <a:bodyPr/>
                    <a:lstStyle/>
                    <a:p>
                      <a:pPr algn="ctr">
                        <a:lnSpc>
                          <a:spcPct val="107000"/>
                        </a:lnSpc>
                        <a:spcAft>
                          <a:spcPts val="800"/>
                        </a:spcAft>
                      </a:pPr>
                      <a:r>
                        <a:rPr lang="fr-FR" sz="1200">
                          <a:effectLst/>
                          <a:latin typeface="Monotype Corsiva" panose="03010101010201010101" pitchFamily="66" charset="0"/>
                        </a:rPr>
                        <a:t>company</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17</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0,2%</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Tres faible</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extLst>
                  <a:ext uri="{0D108BD9-81ED-4DB2-BD59-A6C34878D82A}">
                    <a16:rowId xmlns:a16="http://schemas.microsoft.com/office/drawing/2014/main" val="1757901075"/>
                  </a:ext>
                </a:extLst>
              </a:tr>
              <a:tr h="386692">
                <a:tc>
                  <a:txBody>
                    <a:bodyPr/>
                    <a:lstStyle/>
                    <a:p>
                      <a:pPr algn="ctr">
                        <a:lnSpc>
                          <a:spcPct val="107000"/>
                        </a:lnSpc>
                        <a:spcAft>
                          <a:spcPts val="800"/>
                        </a:spcAft>
                      </a:pPr>
                      <a:r>
                        <a:rPr lang="fr-FR" sz="1200">
                          <a:effectLst/>
                          <a:latin typeface="Monotype Corsiva" panose="03010101010201010101" pitchFamily="66" charset="0"/>
                        </a:rPr>
                        <a:t>runtime</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4</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0,05%</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Negligeable</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extLst>
                  <a:ext uri="{0D108BD9-81ED-4DB2-BD59-A6C34878D82A}">
                    <a16:rowId xmlns:a16="http://schemas.microsoft.com/office/drawing/2014/main" val="3352308255"/>
                  </a:ext>
                </a:extLst>
              </a:tr>
              <a:tr h="386692">
                <a:tc>
                  <a:txBody>
                    <a:bodyPr/>
                    <a:lstStyle/>
                    <a:p>
                      <a:pPr algn="ctr">
                        <a:lnSpc>
                          <a:spcPct val="107000"/>
                        </a:lnSpc>
                        <a:spcAft>
                          <a:spcPts val="800"/>
                        </a:spcAft>
                      </a:pPr>
                      <a:r>
                        <a:rPr lang="fr-FR" sz="1200">
                          <a:effectLst/>
                          <a:latin typeface="Monotype Corsiva" panose="03010101010201010101" pitchFamily="66" charset="0"/>
                        </a:rPr>
                        <a:t>score/votes</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3</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0,04%</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Negligeable</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extLst>
                  <a:ext uri="{0D108BD9-81ED-4DB2-BD59-A6C34878D82A}">
                    <a16:rowId xmlns:a16="http://schemas.microsoft.com/office/drawing/2014/main" val="802300002"/>
                  </a:ext>
                </a:extLst>
              </a:tr>
              <a:tr h="649898">
                <a:tc>
                  <a:txBody>
                    <a:bodyPr/>
                    <a:lstStyle/>
                    <a:p>
                      <a:pPr algn="ctr">
                        <a:lnSpc>
                          <a:spcPct val="107000"/>
                        </a:lnSpc>
                        <a:spcAft>
                          <a:spcPts val="800"/>
                        </a:spcAft>
                      </a:pPr>
                      <a:r>
                        <a:rPr lang="fr-FR" sz="1200">
                          <a:effectLst/>
                          <a:latin typeface="Monotype Corsiva" panose="03010101010201010101" pitchFamily="66" charset="0"/>
                        </a:rPr>
                        <a:t>writer/star/country</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&lt;5</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&lt;0,1%</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dirty="0" err="1">
                          <a:effectLst/>
                          <a:latin typeface="Monotype Corsiva" panose="03010101010201010101" pitchFamily="66" charset="0"/>
                        </a:rPr>
                        <a:t>Negligeable</a:t>
                      </a:r>
                      <a:endParaRPr lang="fr-FR" sz="1100" dirty="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extLst>
                  <a:ext uri="{0D108BD9-81ED-4DB2-BD59-A6C34878D82A}">
                    <a16:rowId xmlns:a16="http://schemas.microsoft.com/office/drawing/2014/main" val="3836625499"/>
                  </a:ext>
                </a:extLst>
              </a:tr>
            </a:tbl>
          </a:graphicData>
        </a:graphic>
      </p:graphicFrame>
    </p:spTree>
    <p:extLst>
      <p:ext uri="{BB962C8B-B14F-4D97-AF65-F5344CB8AC3E}">
        <p14:creationId xmlns:p14="http://schemas.microsoft.com/office/powerpoint/2010/main" val="36336628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arn(inVertical)">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p:cTn id="12" dur="500" fill="hold"/>
                                        <p:tgtEl>
                                          <p:spTgt spid="33"/>
                                        </p:tgtEl>
                                        <p:attrNameLst>
                                          <p:attrName>ppt_w</p:attrName>
                                        </p:attrNameLst>
                                      </p:cBhvr>
                                      <p:tavLst>
                                        <p:tav tm="0">
                                          <p:val>
                                            <p:fltVal val="0"/>
                                          </p:val>
                                        </p:tav>
                                        <p:tav tm="100000">
                                          <p:val>
                                            <p:strVal val="#ppt_w"/>
                                          </p:val>
                                        </p:tav>
                                      </p:tavLst>
                                    </p:anim>
                                    <p:anim calcmode="lin" valueType="num">
                                      <p:cBhvr>
                                        <p:cTn id="13" dur="500" fill="hold"/>
                                        <p:tgtEl>
                                          <p:spTgt spid="33"/>
                                        </p:tgtEl>
                                        <p:attrNameLst>
                                          <p:attrName>ppt_h</p:attrName>
                                        </p:attrNameLst>
                                      </p:cBhvr>
                                      <p:tavLst>
                                        <p:tav tm="0">
                                          <p:val>
                                            <p:fltVal val="0"/>
                                          </p:val>
                                        </p:tav>
                                        <p:tav tm="100000">
                                          <p:val>
                                            <p:strVal val="#ppt_h"/>
                                          </p:val>
                                        </p:tav>
                                      </p:tavLst>
                                    </p:anim>
                                    <p:animEffect transition="in" filter="fade">
                                      <p:cBhvr>
                                        <p:cTn id="14" dur="500"/>
                                        <p:tgtEl>
                                          <p:spTgt spid="33"/>
                                        </p:tgtEl>
                                      </p:cBhvr>
                                    </p:animEffect>
                                  </p:childTnLst>
                                </p:cTn>
                              </p:par>
                              <p:par>
                                <p:cTn id="15" presetID="53" presetClass="entr" presetSubtype="16"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anim calcmode="lin" valueType="num">
                                      <p:cBhvr>
                                        <p:cTn id="17" dur="500" fill="hold"/>
                                        <p:tgtEl>
                                          <p:spTgt spid="30"/>
                                        </p:tgtEl>
                                        <p:attrNameLst>
                                          <p:attrName>ppt_w</p:attrName>
                                        </p:attrNameLst>
                                      </p:cBhvr>
                                      <p:tavLst>
                                        <p:tav tm="0">
                                          <p:val>
                                            <p:fltVal val="0"/>
                                          </p:val>
                                        </p:tav>
                                        <p:tav tm="100000">
                                          <p:val>
                                            <p:strVal val="#ppt_w"/>
                                          </p:val>
                                        </p:tav>
                                      </p:tavLst>
                                    </p:anim>
                                    <p:anim calcmode="lin" valueType="num">
                                      <p:cBhvr>
                                        <p:cTn id="18" dur="500" fill="hold"/>
                                        <p:tgtEl>
                                          <p:spTgt spid="30"/>
                                        </p:tgtEl>
                                        <p:attrNameLst>
                                          <p:attrName>ppt_h</p:attrName>
                                        </p:attrNameLst>
                                      </p:cBhvr>
                                      <p:tavLst>
                                        <p:tav tm="0">
                                          <p:val>
                                            <p:fltVal val="0"/>
                                          </p:val>
                                        </p:tav>
                                        <p:tav tm="100000">
                                          <p:val>
                                            <p:strVal val="#ppt_h"/>
                                          </p:val>
                                        </p:tav>
                                      </p:tavLst>
                                    </p:anim>
                                    <p:animEffect transition="in" filter="fade">
                                      <p:cBhvr>
                                        <p:cTn id="19" dur="500"/>
                                        <p:tgtEl>
                                          <p:spTgt spid="30"/>
                                        </p:tgtEl>
                                      </p:cBhvr>
                                    </p:animEffect>
                                  </p:childTnLst>
                                </p:cTn>
                              </p:par>
                              <p:par>
                                <p:cTn id="20" presetID="53" presetClass="entr" presetSubtype="16"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p:cTn id="22" dur="500" fill="hold"/>
                                        <p:tgtEl>
                                          <p:spTgt spid="31"/>
                                        </p:tgtEl>
                                        <p:attrNameLst>
                                          <p:attrName>ppt_w</p:attrName>
                                        </p:attrNameLst>
                                      </p:cBhvr>
                                      <p:tavLst>
                                        <p:tav tm="0">
                                          <p:val>
                                            <p:fltVal val="0"/>
                                          </p:val>
                                        </p:tav>
                                        <p:tav tm="100000">
                                          <p:val>
                                            <p:strVal val="#ppt_w"/>
                                          </p:val>
                                        </p:tav>
                                      </p:tavLst>
                                    </p:anim>
                                    <p:anim calcmode="lin" valueType="num">
                                      <p:cBhvr>
                                        <p:cTn id="23" dur="500" fill="hold"/>
                                        <p:tgtEl>
                                          <p:spTgt spid="31"/>
                                        </p:tgtEl>
                                        <p:attrNameLst>
                                          <p:attrName>ppt_h</p:attrName>
                                        </p:attrNameLst>
                                      </p:cBhvr>
                                      <p:tavLst>
                                        <p:tav tm="0">
                                          <p:val>
                                            <p:fltVal val="0"/>
                                          </p:val>
                                        </p:tav>
                                        <p:tav tm="100000">
                                          <p:val>
                                            <p:strVal val="#ppt_h"/>
                                          </p:val>
                                        </p:tav>
                                      </p:tavLst>
                                    </p:anim>
                                    <p:animEffect transition="in" filter="fade">
                                      <p:cBhvr>
                                        <p:cTn id="24" dur="500"/>
                                        <p:tgtEl>
                                          <p:spTgt spid="31"/>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randombar(horizontal)">
                                      <p:cBhvr>
                                        <p:cTn id="29" dur="500"/>
                                        <p:tgtEl>
                                          <p:spTgt spid="21"/>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randombar(horizontal)">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randombar(horizontal)">
                                      <p:cBhvr>
                                        <p:cTn id="37" dur="500"/>
                                        <p:tgtEl>
                                          <p:spTgt spid="24"/>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randombar(horizontal)">
                                      <p:cBhvr>
                                        <p:cTn id="40" dur="500"/>
                                        <p:tgtEl>
                                          <p:spTgt spid="2"/>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randombar(horizontal)">
                                      <p:cBhvr>
                                        <p:cTn id="43" dur="500"/>
                                        <p:tgtEl>
                                          <p:spTgt spid="5"/>
                                        </p:tgtEl>
                                      </p:cBhvr>
                                    </p:animEffect>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1000"/>
                                        <p:tgtEl>
                                          <p:spTgt spid="35"/>
                                        </p:tgtEl>
                                      </p:cBhvr>
                                    </p:animEffect>
                                    <p:anim calcmode="lin" valueType="num">
                                      <p:cBhvr>
                                        <p:cTn id="49" dur="1000" fill="hold"/>
                                        <p:tgtEl>
                                          <p:spTgt spid="35"/>
                                        </p:tgtEl>
                                        <p:attrNameLst>
                                          <p:attrName>ppt_x</p:attrName>
                                        </p:attrNameLst>
                                      </p:cBhvr>
                                      <p:tavLst>
                                        <p:tav tm="0">
                                          <p:val>
                                            <p:strVal val="#ppt_x"/>
                                          </p:val>
                                        </p:tav>
                                        <p:tav tm="100000">
                                          <p:val>
                                            <p:strVal val="#ppt_x"/>
                                          </p:val>
                                        </p:tav>
                                      </p:tavLst>
                                    </p:anim>
                                    <p:anim calcmode="lin" valueType="num">
                                      <p:cBhvr>
                                        <p:cTn id="50" dur="1000" fill="hold"/>
                                        <p:tgtEl>
                                          <p:spTgt spid="35"/>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fade">
                                      <p:cBhvr>
                                        <p:cTn id="53" dur="1000"/>
                                        <p:tgtEl>
                                          <p:spTgt spid="37"/>
                                        </p:tgtEl>
                                      </p:cBhvr>
                                    </p:animEffect>
                                    <p:anim calcmode="lin" valueType="num">
                                      <p:cBhvr>
                                        <p:cTn id="54" dur="1000" fill="hold"/>
                                        <p:tgtEl>
                                          <p:spTgt spid="37"/>
                                        </p:tgtEl>
                                        <p:attrNameLst>
                                          <p:attrName>ppt_x</p:attrName>
                                        </p:attrNameLst>
                                      </p:cBhvr>
                                      <p:tavLst>
                                        <p:tav tm="0">
                                          <p:val>
                                            <p:strVal val="#ppt_x"/>
                                          </p:val>
                                        </p:tav>
                                        <p:tav tm="100000">
                                          <p:val>
                                            <p:strVal val="#ppt_x"/>
                                          </p:val>
                                        </p:tav>
                                      </p:tavLst>
                                    </p:anim>
                                    <p:anim calcmode="lin" valueType="num">
                                      <p:cBhvr>
                                        <p:cTn id="55" dur="1000" fill="hold"/>
                                        <p:tgtEl>
                                          <p:spTgt spid="37"/>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1000"/>
                                        <p:tgtEl>
                                          <p:spTgt spid="38"/>
                                        </p:tgtEl>
                                      </p:cBhvr>
                                    </p:animEffect>
                                    <p:anim calcmode="lin" valueType="num">
                                      <p:cBhvr>
                                        <p:cTn id="59" dur="1000" fill="hold"/>
                                        <p:tgtEl>
                                          <p:spTgt spid="38"/>
                                        </p:tgtEl>
                                        <p:attrNameLst>
                                          <p:attrName>ppt_x</p:attrName>
                                        </p:attrNameLst>
                                      </p:cBhvr>
                                      <p:tavLst>
                                        <p:tav tm="0">
                                          <p:val>
                                            <p:strVal val="#ppt_x"/>
                                          </p:val>
                                        </p:tav>
                                        <p:tav tm="100000">
                                          <p:val>
                                            <p:strVal val="#ppt_x"/>
                                          </p:val>
                                        </p:tav>
                                      </p:tavLst>
                                    </p:anim>
                                    <p:anim calcmode="lin" valueType="num">
                                      <p:cBhvr>
                                        <p:cTn id="60" dur="1000" fill="hold"/>
                                        <p:tgtEl>
                                          <p:spTgt spid="38"/>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1000"/>
                                        <p:tgtEl>
                                          <p:spTgt spid="39"/>
                                        </p:tgtEl>
                                      </p:cBhvr>
                                    </p:animEffect>
                                    <p:anim calcmode="lin" valueType="num">
                                      <p:cBhvr>
                                        <p:cTn id="64" dur="1000" fill="hold"/>
                                        <p:tgtEl>
                                          <p:spTgt spid="39"/>
                                        </p:tgtEl>
                                        <p:attrNameLst>
                                          <p:attrName>ppt_x</p:attrName>
                                        </p:attrNameLst>
                                      </p:cBhvr>
                                      <p:tavLst>
                                        <p:tav tm="0">
                                          <p:val>
                                            <p:strVal val="#ppt_x"/>
                                          </p:val>
                                        </p:tav>
                                        <p:tav tm="100000">
                                          <p:val>
                                            <p:strVal val="#ppt_x"/>
                                          </p:val>
                                        </p:tav>
                                      </p:tavLst>
                                    </p:anim>
                                    <p:anim calcmode="lin" valueType="num">
                                      <p:cBhvr>
                                        <p:cTn id="65" dur="1000" fill="hold"/>
                                        <p:tgtEl>
                                          <p:spTgt spid="39"/>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40"/>
                                        </p:tgtEl>
                                        <p:attrNameLst>
                                          <p:attrName>style.visibility</p:attrName>
                                        </p:attrNameLst>
                                      </p:cBhvr>
                                      <p:to>
                                        <p:strVal val="visible"/>
                                      </p:to>
                                    </p:set>
                                    <p:animEffect transition="in" filter="fade">
                                      <p:cBhvr>
                                        <p:cTn id="68" dur="1000"/>
                                        <p:tgtEl>
                                          <p:spTgt spid="40"/>
                                        </p:tgtEl>
                                      </p:cBhvr>
                                    </p:animEffect>
                                    <p:anim calcmode="lin" valueType="num">
                                      <p:cBhvr>
                                        <p:cTn id="69" dur="1000" fill="hold"/>
                                        <p:tgtEl>
                                          <p:spTgt spid="40"/>
                                        </p:tgtEl>
                                        <p:attrNameLst>
                                          <p:attrName>ppt_x</p:attrName>
                                        </p:attrNameLst>
                                      </p:cBhvr>
                                      <p:tavLst>
                                        <p:tav tm="0">
                                          <p:val>
                                            <p:strVal val="#ppt_x"/>
                                          </p:val>
                                        </p:tav>
                                        <p:tav tm="100000">
                                          <p:val>
                                            <p:strVal val="#ppt_x"/>
                                          </p:val>
                                        </p:tav>
                                      </p:tavLst>
                                    </p:anim>
                                    <p:anim calcmode="lin" valueType="num">
                                      <p:cBhvr>
                                        <p:cTn id="70" dur="1000" fill="hold"/>
                                        <p:tgtEl>
                                          <p:spTgt spid="40"/>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42"/>
                                        </p:tgtEl>
                                        <p:attrNameLst>
                                          <p:attrName>style.visibility</p:attrName>
                                        </p:attrNameLst>
                                      </p:cBhvr>
                                      <p:to>
                                        <p:strVal val="visible"/>
                                      </p:to>
                                    </p:set>
                                    <p:animEffect transition="in" filter="fade">
                                      <p:cBhvr>
                                        <p:cTn id="73" dur="1000"/>
                                        <p:tgtEl>
                                          <p:spTgt spid="42"/>
                                        </p:tgtEl>
                                      </p:cBhvr>
                                    </p:animEffect>
                                    <p:anim calcmode="lin" valueType="num">
                                      <p:cBhvr>
                                        <p:cTn id="74" dur="1000" fill="hold"/>
                                        <p:tgtEl>
                                          <p:spTgt spid="42"/>
                                        </p:tgtEl>
                                        <p:attrNameLst>
                                          <p:attrName>ppt_x</p:attrName>
                                        </p:attrNameLst>
                                      </p:cBhvr>
                                      <p:tavLst>
                                        <p:tav tm="0">
                                          <p:val>
                                            <p:strVal val="#ppt_x"/>
                                          </p:val>
                                        </p:tav>
                                        <p:tav tm="100000">
                                          <p:val>
                                            <p:strVal val="#ppt_x"/>
                                          </p:val>
                                        </p:tav>
                                      </p:tavLst>
                                    </p:anim>
                                    <p:anim calcmode="lin" valueType="num">
                                      <p:cBhvr>
                                        <p:cTn id="75" dur="1000" fill="hold"/>
                                        <p:tgtEl>
                                          <p:spTgt spid="42"/>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1000"/>
                                        <p:tgtEl>
                                          <p:spTgt spid="43"/>
                                        </p:tgtEl>
                                      </p:cBhvr>
                                    </p:animEffect>
                                    <p:anim calcmode="lin" valueType="num">
                                      <p:cBhvr>
                                        <p:cTn id="79" dur="1000" fill="hold"/>
                                        <p:tgtEl>
                                          <p:spTgt spid="43"/>
                                        </p:tgtEl>
                                        <p:attrNameLst>
                                          <p:attrName>ppt_x</p:attrName>
                                        </p:attrNameLst>
                                      </p:cBhvr>
                                      <p:tavLst>
                                        <p:tav tm="0">
                                          <p:val>
                                            <p:strVal val="#ppt_x"/>
                                          </p:val>
                                        </p:tav>
                                        <p:tav tm="100000">
                                          <p:val>
                                            <p:strVal val="#ppt_x"/>
                                          </p:val>
                                        </p:tav>
                                      </p:tavLst>
                                    </p:anim>
                                    <p:anim calcmode="lin" valueType="num">
                                      <p:cBhvr>
                                        <p:cTn id="80" dur="1000" fill="hold"/>
                                        <p:tgtEl>
                                          <p:spTgt spid="43"/>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45"/>
                                        </p:tgtEl>
                                        <p:attrNameLst>
                                          <p:attrName>style.visibility</p:attrName>
                                        </p:attrNameLst>
                                      </p:cBhvr>
                                      <p:to>
                                        <p:strVal val="visible"/>
                                      </p:to>
                                    </p:set>
                                    <p:animEffect transition="in" filter="fade">
                                      <p:cBhvr>
                                        <p:cTn id="83" dur="1000"/>
                                        <p:tgtEl>
                                          <p:spTgt spid="45"/>
                                        </p:tgtEl>
                                      </p:cBhvr>
                                    </p:animEffect>
                                    <p:anim calcmode="lin" valueType="num">
                                      <p:cBhvr>
                                        <p:cTn id="84" dur="1000" fill="hold"/>
                                        <p:tgtEl>
                                          <p:spTgt spid="45"/>
                                        </p:tgtEl>
                                        <p:attrNameLst>
                                          <p:attrName>ppt_x</p:attrName>
                                        </p:attrNameLst>
                                      </p:cBhvr>
                                      <p:tavLst>
                                        <p:tav tm="0">
                                          <p:val>
                                            <p:strVal val="#ppt_x"/>
                                          </p:val>
                                        </p:tav>
                                        <p:tav tm="100000">
                                          <p:val>
                                            <p:strVal val="#ppt_x"/>
                                          </p:val>
                                        </p:tav>
                                      </p:tavLst>
                                    </p:anim>
                                    <p:anim calcmode="lin" valueType="num">
                                      <p:cBhvr>
                                        <p:cTn id="85" dur="1000" fill="hold"/>
                                        <p:tgtEl>
                                          <p:spTgt spid="45"/>
                                        </p:tgtEl>
                                        <p:attrNameLst>
                                          <p:attrName>ppt_y</p:attrName>
                                        </p:attrNameLst>
                                      </p:cBhvr>
                                      <p:tavLst>
                                        <p:tav tm="0">
                                          <p:val>
                                            <p:strVal val="#ppt_y+.1"/>
                                          </p:val>
                                        </p:tav>
                                        <p:tav tm="100000">
                                          <p:val>
                                            <p:strVal val="#ppt_y"/>
                                          </p:val>
                                        </p:tav>
                                      </p:tavLst>
                                    </p:anim>
                                  </p:childTnLst>
                                </p:cTn>
                              </p:par>
                              <p:par>
                                <p:cTn id="86" presetID="42" presetClass="entr" presetSubtype="0" fill="hold" nodeType="withEffect">
                                  <p:stCondLst>
                                    <p:cond delay="0"/>
                                  </p:stCondLst>
                                  <p:childTnLst>
                                    <p:set>
                                      <p:cBhvr>
                                        <p:cTn id="87" dur="1" fill="hold">
                                          <p:stCondLst>
                                            <p:cond delay="0"/>
                                          </p:stCondLst>
                                        </p:cTn>
                                        <p:tgtEl>
                                          <p:spTgt spid="46"/>
                                        </p:tgtEl>
                                        <p:attrNameLst>
                                          <p:attrName>style.visibility</p:attrName>
                                        </p:attrNameLst>
                                      </p:cBhvr>
                                      <p:to>
                                        <p:strVal val="visible"/>
                                      </p:to>
                                    </p:set>
                                    <p:animEffect transition="in" filter="fade">
                                      <p:cBhvr>
                                        <p:cTn id="88" dur="1000"/>
                                        <p:tgtEl>
                                          <p:spTgt spid="46"/>
                                        </p:tgtEl>
                                      </p:cBhvr>
                                    </p:animEffect>
                                    <p:anim calcmode="lin" valueType="num">
                                      <p:cBhvr>
                                        <p:cTn id="89" dur="1000" fill="hold"/>
                                        <p:tgtEl>
                                          <p:spTgt spid="46"/>
                                        </p:tgtEl>
                                        <p:attrNameLst>
                                          <p:attrName>ppt_x</p:attrName>
                                        </p:attrNameLst>
                                      </p:cBhvr>
                                      <p:tavLst>
                                        <p:tav tm="0">
                                          <p:val>
                                            <p:strVal val="#ppt_x"/>
                                          </p:val>
                                        </p:tav>
                                        <p:tav tm="100000">
                                          <p:val>
                                            <p:strVal val="#ppt_x"/>
                                          </p:val>
                                        </p:tav>
                                      </p:tavLst>
                                    </p:anim>
                                    <p:anim calcmode="lin" valueType="num">
                                      <p:cBhvr>
                                        <p:cTn id="90" dur="1000" fill="hold"/>
                                        <p:tgtEl>
                                          <p:spTgt spid="46"/>
                                        </p:tgtEl>
                                        <p:attrNameLst>
                                          <p:attrName>ppt_y</p:attrName>
                                        </p:attrNameLst>
                                      </p:cBhvr>
                                      <p:tavLst>
                                        <p:tav tm="0">
                                          <p:val>
                                            <p:strVal val="#ppt_y+.1"/>
                                          </p:val>
                                        </p:tav>
                                        <p:tav tm="100000">
                                          <p:val>
                                            <p:strVal val="#ppt_y"/>
                                          </p:val>
                                        </p:tav>
                                      </p:tavLst>
                                    </p:anim>
                                  </p:childTnLst>
                                </p:cTn>
                              </p:par>
                              <p:par>
                                <p:cTn id="91" presetID="42" presetClass="entr" presetSubtype="0" fill="hold" nodeType="withEffect">
                                  <p:stCondLst>
                                    <p:cond delay="0"/>
                                  </p:stCondLst>
                                  <p:childTnLst>
                                    <p:set>
                                      <p:cBhvr>
                                        <p:cTn id="92" dur="1" fill="hold">
                                          <p:stCondLst>
                                            <p:cond delay="0"/>
                                          </p:stCondLst>
                                        </p:cTn>
                                        <p:tgtEl>
                                          <p:spTgt spid="47"/>
                                        </p:tgtEl>
                                        <p:attrNameLst>
                                          <p:attrName>style.visibility</p:attrName>
                                        </p:attrNameLst>
                                      </p:cBhvr>
                                      <p:to>
                                        <p:strVal val="visible"/>
                                      </p:to>
                                    </p:set>
                                    <p:animEffect transition="in" filter="fade">
                                      <p:cBhvr>
                                        <p:cTn id="93" dur="1000"/>
                                        <p:tgtEl>
                                          <p:spTgt spid="47"/>
                                        </p:tgtEl>
                                      </p:cBhvr>
                                    </p:animEffect>
                                    <p:anim calcmode="lin" valueType="num">
                                      <p:cBhvr>
                                        <p:cTn id="94" dur="1000" fill="hold"/>
                                        <p:tgtEl>
                                          <p:spTgt spid="47"/>
                                        </p:tgtEl>
                                        <p:attrNameLst>
                                          <p:attrName>ppt_x</p:attrName>
                                        </p:attrNameLst>
                                      </p:cBhvr>
                                      <p:tavLst>
                                        <p:tav tm="0">
                                          <p:val>
                                            <p:strVal val="#ppt_x"/>
                                          </p:val>
                                        </p:tav>
                                        <p:tav tm="100000">
                                          <p:val>
                                            <p:strVal val="#ppt_x"/>
                                          </p:val>
                                        </p:tav>
                                      </p:tavLst>
                                    </p:anim>
                                    <p:anim calcmode="lin" valueType="num">
                                      <p:cBhvr>
                                        <p:cTn id="95" dur="1000" fill="hold"/>
                                        <p:tgtEl>
                                          <p:spTgt spid="47"/>
                                        </p:tgtEl>
                                        <p:attrNameLst>
                                          <p:attrName>ppt_y</p:attrName>
                                        </p:attrNameLst>
                                      </p:cBhvr>
                                      <p:tavLst>
                                        <p:tav tm="0">
                                          <p:val>
                                            <p:strVal val="#ppt_y+.1"/>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48"/>
                                        </p:tgtEl>
                                        <p:attrNameLst>
                                          <p:attrName>style.visibility</p:attrName>
                                        </p:attrNameLst>
                                      </p:cBhvr>
                                      <p:to>
                                        <p:strVal val="visible"/>
                                      </p:to>
                                    </p:set>
                                    <p:animEffect transition="in" filter="fade">
                                      <p:cBhvr>
                                        <p:cTn id="98" dur="1000"/>
                                        <p:tgtEl>
                                          <p:spTgt spid="48"/>
                                        </p:tgtEl>
                                      </p:cBhvr>
                                    </p:animEffect>
                                    <p:anim calcmode="lin" valueType="num">
                                      <p:cBhvr>
                                        <p:cTn id="99" dur="1000" fill="hold"/>
                                        <p:tgtEl>
                                          <p:spTgt spid="48"/>
                                        </p:tgtEl>
                                        <p:attrNameLst>
                                          <p:attrName>ppt_x</p:attrName>
                                        </p:attrNameLst>
                                      </p:cBhvr>
                                      <p:tavLst>
                                        <p:tav tm="0">
                                          <p:val>
                                            <p:strVal val="#ppt_x"/>
                                          </p:val>
                                        </p:tav>
                                        <p:tav tm="100000">
                                          <p:val>
                                            <p:strVal val="#ppt_x"/>
                                          </p:val>
                                        </p:tav>
                                      </p:tavLst>
                                    </p:anim>
                                    <p:anim calcmode="lin" valueType="num">
                                      <p:cBhvr>
                                        <p:cTn id="100" dur="1000" fill="hold"/>
                                        <p:tgtEl>
                                          <p:spTgt spid="48"/>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49"/>
                                        </p:tgtEl>
                                        <p:attrNameLst>
                                          <p:attrName>style.visibility</p:attrName>
                                        </p:attrNameLst>
                                      </p:cBhvr>
                                      <p:to>
                                        <p:strVal val="visible"/>
                                      </p:to>
                                    </p:set>
                                    <p:animEffect transition="in" filter="fade">
                                      <p:cBhvr>
                                        <p:cTn id="103" dur="1000"/>
                                        <p:tgtEl>
                                          <p:spTgt spid="49"/>
                                        </p:tgtEl>
                                      </p:cBhvr>
                                    </p:animEffect>
                                    <p:anim calcmode="lin" valueType="num">
                                      <p:cBhvr>
                                        <p:cTn id="104" dur="1000" fill="hold"/>
                                        <p:tgtEl>
                                          <p:spTgt spid="49"/>
                                        </p:tgtEl>
                                        <p:attrNameLst>
                                          <p:attrName>ppt_x</p:attrName>
                                        </p:attrNameLst>
                                      </p:cBhvr>
                                      <p:tavLst>
                                        <p:tav tm="0">
                                          <p:val>
                                            <p:strVal val="#ppt_x"/>
                                          </p:val>
                                        </p:tav>
                                        <p:tav tm="100000">
                                          <p:val>
                                            <p:strVal val="#ppt_x"/>
                                          </p:val>
                                        </p:tav>
                                      </p:tavLst>
                                    </p:anim>
                                    <p:anim calcmode="lin" valueType="num">
                                      <p:cBhvr>
                                        <p:cTn id="105" dur="1000" fill="hold"/>
                                        <p:tgtEl>
                                          <p:spTgt spid="49"/>
                                        </p:tgtEl>
                                        <p:attrNameLst>
                                          <p:attrName>ppt_y</p:attrName>
                                        </p:attrNameLst>
                                      </p:cBhvr>
                                      <p:tavLst>
                                        <p:tav tm="0">
                                          <p:val>
                                            <p:strVal val="#ppt_y+.1"/>
                                          </p:val>
                                        </p:tav>
                                        <p:tav tm="100000">
                                          <p:val>
                                            <p:strVal val="#ppt_y"/>
                                          </p:val>
                                        </p:tav>
                                      </p:tavLst>
                                    </p:anim>
                                  </p:childTnLst>
                                </p:cTn>
                              </p:par>
                              <p:par>
                                <p:cTn id="106" presetID="42" presetClass="entr" presetSubtype="0" fill="hold" nodeType="withEffect">
                                  <p:stCondLst>
                                    <p:cond delay="0"/>
                                  </p:stCondLst>
                                  <p:childTnLst>
                                    <p:set>
                                      <p:cBhvr>
                                        <p:cTn id="107" dur="1" fill="hold">
                                          <p:stCondLst>
                                            <p:cond delay="0"/>
                                          </p:stCondLst>
                                        </p:cTn>
                                        <p:tgtEl>
                                          <p:spTgt spid="50"/>
                                        </p:tgtEl>
                                        <p:attrNameLst>
                                          <p:attrName>style.visibility</p:attrName>
                                        </p:attrNameLst>
                                      </p:cBhvr>
                                      <p:to>
                                        <p:strVal val="visible"/>
                                      </p:to>
                                    </p:set>
                                    <p:animEffect transition="in" filter="fade">
                                      <p:cBhvr>
                                        <p:cTn id="108" dur="1000"/>
                                        <p:tgtEl>
                                          <p:spTgt spid="50"/>
                                        </p:tgtEl>
                                      </p:cBhvr>
                                    </p:animEffect>
                                    <p:anim calcmode="lin" valueType="num">
                                      <p:cBhvr>
                                        <p:cTn id="109" dur="1000" fill="hold"/>
                                        <p:tgtEl>
                                          <p:spTgt spid="50"/>
                                        </p:tgtEl>
                                        <p:attrNameLst>
                                          <p:attrName>ppt_x</p:attrName>
                                        </p:attrNameLst>
                                      </p:cBhvr>
                                      <p:tavLst>
                                        <p:tav tm="0">
                                          <p:val>
                                            <p:strVal val="#ppt_x"/>
                                          </p:val>
                                        </p:tav>
                                        <p:tav tm="100000">
                                          <p:val>
                                            <p:strVal val="#ppt_x"/>
                                          </p:val>
                                        </p:tav>
                                      </p:tavLst>
                                    </p:anim>
                                    <p:anim calcmode="lin" valueType="num">
                                      <p:cBhvr>
                                        <p:cTn id="110" dur="1000" fill="hold"/>
                                        <p:tgtEl>
                                          <p:spTgt spid="50"/>
                                        </p:tgtEl>
                                        <p:attrNameLst>
                                          <p:attrName>ppt_y</p:attrName>
                                        </p:attrNameLst>
                                      </p:cBhvr>
                                      <p:tavLst>
                                        <p:tav tm="0">
                                          <p:val>
                                            <p:strVal val="#ppt_y+.1"/>
                                          </p:val>
                                        </p:tav>
                                        <p:tav tm="100000">
                                          <p:val>
                                            <p:strVal val="#ppt_y"/>
                                          </p:val>
                                        </p:tav>
                                      </p:tavLst>
                                    </p:anim>
                                  </p:childTnLst>
                                </p:cTn>
                              </p:par>
                              <p:par>
                                <p:cTn id="111" presetID="42" presetClass="entr" presetSubtype="0" fill="hold" nodeType="withEffect">
                                  <p:stCondLst>
                                    <p:cond delay="0"/>
                                  </p:stCondLst>
                                  <p:childTnLst>
                                    <p:set>
                                      <p:cBhvr>
                                        <p:cTn id="112" dur="1" fill="hold">
                                          <p:stCondLst>
                                            <p:cond delay="0"/>
                                          </p:stCondLst>
                                        </p:cTn>
                                        <p:tgtEl>
                                          <p:spTgt spid="51"/>
                                        </p:tgtEl>
                                        <p:attrNameLst>
                                          <p:attrName>style.visibility</p:attrName>
                                        </p:attrNameLst>
                                      </p:cBhvr>
                                      <p:to>
                                        <p:strVal val="visible"/>
                                      </p:to>
                                    </p:set>
                                    <p:animEffect transition="in" filter="fade">
                                      <p:cBhvr>
                                        <p:cTn id="113" dur="1000"/>
                                        <p:tgtEl>
                                          <p:spTgt spid="51"/>
                                        </p:tgtEl>
                                      </p:cBhvr>
                                    </p:animEffect>
                                    <p:anim calcmode="lin" valueType="num">
                                      <p:cBhvr>
                                        <p:cTn id="114" dur="1000" fill="hold"/>
                                        <p:tgtEl>
                                          <p:spTgt spid="51"/>
                                        </p:tgtEl>
                                        <p:attrNameLst>
                                          <p:attrName>ppt_x</p:attrName>
                                        </p:attrNameLst>
                                      </p:cBhvr>
                                      <p:tavLst>
                                        <p:tav tm="0">
                                          <p:val>
                                            <p:strVal val="#ppt_x"/>
                                          </p:val>
                                        </p:tav>
                                        <p:tav tm="100000">
                                          <p:val>
                                            <p:strVal val="#ppt_x"/>
                                          </p:val>
                                        </p:tav>
                                      </p:tavLst>
                                    </p:anim>
                                    <p:anim calcmode="lin" valueType="num">
                                      <p:cBhvr>
                                        <p:cTn id="115" dur="1000" fill="hold"/>
                                        <p:tgtEl>
                                          <p:spTgt spid="51"/>
                                        </p:tgtEl>
                                        <p:attrNameLst>
                                          <p:attrName>ppt_y</p:attrName>
                                        </p:attrNameLst>
                                      </p:cBhvr>
                                      <p:tavLst>
                                        <p:tav tm="0">
                                          <p:val>
                                            <p:strVal val="#ppt_y+.1"/>
                                          </p:val>
                                        </p:tav>
                                        <p:tav tm="100000">
                                          <p:val>
                                            <p:strVal val="#ppt_y"/>
                                          </p:val>
                                        </p:tav>
                                      </p:tavLst>
                                    </p:anim>
                                  </p:childTnLst>
                                </p:cTn>
                              </p:par>
                              <p:par>
                                <p:cTn id="116" presetID="42" presetClass="entr" presetSubtype="0" fill="hold" grpId="0" nodeType="withEffect">
                                  <p:stCondLst>
                                    <p:cond delay="0"/>
                                  </p:stCondLst>
                                  <p:childTnLst>
                                    <p:set>
                                      <p:cBhvr>
                                        <p:cTn id="117" dur="1" fill="hold">
                                          <p:stCondLst>
                                            <p:cond delay="0"/>
                                          </p:stCondLst>
                                        </p:cTn>
                                        <p:tgtEl>
                                          <p:spTgt spid="52"/>
                                        </p:tgtEl>
                                        <p:attrNameLst>
                                          <p:attrName>style.visibility</p:attrName>
                                        </p:attrNameLst>
                                      </p:cBhvr>
                                      <p:to>
                                        <p:strVal val="visible"/>
                                      </p:to>
                                    </p:set>
                                    <p:animEffect transition="in" filter="fade">
                                      <p:cBhvr>
                                        <p:cTn id="118" dur="1000"/>
                                        <p:tgtEl>
                                          <p:spTgt spid="52"/>
                                        </p:tgtEl>
                                      </p:cBhvr>
                                    </p:animEffect>
                                    <p:anim calcmode="lin" valueType="num">
                                      <p:cBhvr>
                                        <p:cTn id="119" dur="1000" fill="hold"/>
                                        <p:tgtEl>
                                          <p:spTgt spid="52"/>
                                        </p:tgtEl>
                                        <p:attrNameLst>
                                          <p:attrName>ppt_x</p:attrName>
                                        </p:attrNameLst>
                                      </p:cBhvr>
                                      <p:tavLst>
                                        <p:tav tm="0">
                                          <p:val>
                                            <p:strVal val="#ppt_x"/>
                                          </p:val>
                                        </p:tav>
                                        <p:tav tm="100000">
                                          <p:val>
                                            <p:strVal val="#ppt_x"/>
                                          </p:val>
                                        </p:tav>
                                      </p:tavLst>
                                    </p:anim>
                                    <p:anim calcmode="lin" valueType="num">
                                      <p:cBhvr>
                                        <p:cTn id="120" dur="1000" fill="hold"/>
                                        <p:tgtEl>
                                          <p:spTgt spid="52"/>
                                        </p:tgtEl>
                                        <p:attrNameLst>
                                          <p:attrName>ppt_y</p:attrName>
                                        </p:attrNameLst>
                                      </p:cBhvr>
                                      <p:tavLst>
                                        <p:tav tm="0">
                                          <p:val>
                                            <p:strVal val="#ppt_y+.1"/>
                                          </p:val>
                                        </p:tav>
                                        <p:tav tm="100000">
                                          <p:val>
                                            <p:strVal val="#ppt_y"/>
                                          </p:val>
                                        </p:tav>
                                      </p:tavLst>
                                    </p:anim>
                                  </p:childTnLst>
                                </p:cTn>
                              </p:par>
                              <p:par>
                                <p:cTn id="121" presetID="42" presetClass="entr" presetSubtype="0" fill="hold" grpId="0" nodeType="withEffect">
                                  <p:stCondLst>
                                    <p:cond delay="0"/>
                                  </p:stCondLst>
                                  <p:childTnLst>
                                    <p:set>
                                      <p:cBhvr>
                                        <p:cTn id="122" dur="1" fill="hold">
                                          <p:stCondLst>
                                            <p:cond delay="0"/>
                                          </p:stCondLst>
                                        </p:cTn>
                                        <p:tgtEl>
                                          <p:spTgt spid="53"/>
                                        </p:tgtEl>
                                        <p:attrNameLst>
                                          <p:attrName>style.visibility</p:attrName>
                                        </p:attrNameLst>
                                      </p:cBhvr>
                                      <p:to>
                                        <p:strVal val="visible"/>
                                      </p:to>
                                    </p:set>
                                    <p:animEffect transition="in" filter="fade">
                                      <p:cBhvr>
                                        <p:cTn id="123" dur="1000"/>
                                        <p:tgtEl>
                                          <p:spTgt spid="53"/>
                                        </p:tgtEl>
                                      </p:cBhvr>
                                    </p:animEffect>
                                    <p:anim calcmode="lin" valueType="num">
                                      <p:cBhvr>
                                        <p:cTn id="124" dur="1000" fill="hold"/>
                                        <p:tgtEl>
                                          <p:spTgt spid="53"/>
                                        </p:tgtEl>
                                        <p:attrNameLst>
                                          <p:attrName>ppt_x</p:attrName>
                                        </p:attrNameLst>
                                      </p:cBhvr>
                                      <p:tavLst>
                                        <p:tav tm="0">
                                          <p:val>
                                            <p:strVal val="#ppt_x"/>
                                          </p:val>
                                        </p:tav>
                                        <p:tav tm="100000">
                                          <p:val>
                                            <p:strVal val="#ppt_x"/>
                                          </p:val>
                                        </p:tav>
                                      </p:tavLst>
                                    </p:anim>
                                    <p:anim calcmode="lin" valueType="num">
                                      <p:cBhvr>
                                        <p:cTn id="125" dur="1000" fill="hold"/>
                                        <p:tgtEl>
                                          <p:spTgt spid="53"/>
                                        </p:tgtEl>
                                        <p:attrNameLst>
                                          <p:attrName>ppt_y</p:attrName>
                                        </p:attrNameLst>
                                      </p:cBhvr>
                                      <p:tavLst>
                                        <p:tav tm="0">
                                          <p:val>
                                            <p:strVal val="#ppt_y+.1"/>
                                          </p:val>
                                        </p:tav>
                                        <p:tav tm="100000">
                                          <p:val>
                                            <p:strVal val="#ppt_y"/>
                                          </p:val>
                                        </p:tav>
                                      </p:tavLst>
                                    </p:anim>
                                  </p:childTnLst>
                                </p:cTn>
                              </p:par>
                              <p:par>
                                <p:cTn id="126" presetID="42" presetClass="entr" presetSubtype="0" fill="hold" nodeType="withEffect">
                                  <p:stCondLst>
                                    <p:cond delay="0"/>
                                  </p:stCondLst>
                                  <p:childTnLst>
                                    <p:set>
                                      <p:cBhvr>
                                        <p:cTn id="127" dur="1" fill="hold">
                                          <p:stCondLst>
                                            <p:cond delay="0"/>
                                          </p:stCondLst>
                                        </p:cTn>
                                        <p:tgtEl>
                                          <p:spTgt spid="54"/>
                                        </p:tgtEl>
                                        <p:attrNameLst>
                                          <p:attrName>style.visibility</p:attrName>
                                        </p:attrNameLst>
                                      </p:cBhvr>
                                      <p:to>
                                        <p:strVal val="visible"/>
                                      </p:to>
                                    </p:set>
                                    <p:animEffect transition="in" filter="fade">
                                      <p:cBhvr>
                                        <p:cTn id="128" dur="1000"/>
                                        <p:tgtEl>
                                          <p:spTgt spid="54"/>
                                        </p:tgtEl>
                                      </p:cBhvr>
                                    </p:animEffect>
                                    <p:anim calcmode="lin" valueType="num">
                                      <p:cBhvr>
                                        <p:cTn id="129" dur="1000" fill="hold"/>
                                        <p:tgtEl>
                                          <p:spTgt spid="54"/>
                                        </p:tgtEl>
                                        <p:attrNameLst>
                                          <p:attrName>ppt_x</p:attrName>
                                        </p:attrNameLst>
                                      </p:cBhvr>
                                      <p:tavLst>
                                        <p:tav tm="0">
                                          <p:val>
                                            <p:strVal val="#ppt_x"/>
                                          </p:val>
                                        </p:tav>
                                        <p:tav tm="100000">
                                          <p:val>
                                            <p:strVal val="#ppt_x"/>
                                          </p:val>
                                        </p:tav>
                                      </p:tavLst>
                                    </p:anim>
                                    <p:anim calcmode="lin" valueType="num">
                                      <p:cBhvr>
                                        <p:cTn id="130" dur="1000" fill="hold"/>
                                        <p:tgtEl>
                                          <p:spTgt spid="54"/>
                                        </p:tgtEl>
                                        <p:attrNameLst>
                                          <p:attrName>ppt_y</p:attrName>
                                        </p:attrNameLst>
                                      </p:cBhvr>
                                      <p:tavLst>
                                        <p:tav tm="0">
                                          <p:val>
                                            <p:strVal val="#ppt_y+.1"/>
                                          </p:val>
                                        </p:tav>
                                        <p:tav tm="100000">
                                          <p:val>
                                            <p:strVal val="#ppt_y"/>
                                          </p:val>
                                        </p:tav>
                                      </p:tavLst>
                                    </p:anim>
                                  </p:childTnLst>
                                </p:cTn>
                              </p:par>
                              <p:par>
                                <p:cTn id="131" presetID="42" presetClass="entr" presetSubtype="0" fill="hold" nodeType="withEffect">
                                  <p:stCondLst>
                                    <p:cond delay="0"/>
                                  </p:stCondLst>
                                  <p:childTnLst>
                                    <p:set>
                                      <p:cBhvr>
                                        <p:cTn id="132" dur="1" fill="hold">
                                          <p:stCondLst>
                                            <p:cond delay="0"/>
                                          </p:stCondLst>
                                        </p:cTn>
                                        <p:tgtEl>
                                          <p:spTgt spid="55"/>
                                        </p:tgtEl>
                                        <p:attrNameLst>
                                          <p:attrName>style.visibility</p:attrName>
                                        </p:attrNameLst>
                                      </p:cBhvr>
                                      <p:to>
                                        <p:strVal val="visible"/>
                                      </p:to>
                                    </p:set>
                                    <p:animEffect transition="in" filter="fade">
                                      <p:cBhvr>
                                        <p:cTn id="133" dur="1000"/>
                                        <p:tgtEl>
                                          <p:spTgt spid="55"/>
                                        </p:tgtEl>
                                      </p:cBhvr>
                                    </p:animEffect>
                                    <p:anim calcmode="lin" valueType="num">
                                      <p:cBhvr>
                                        <p:cTn id="134" dur="1000" fill="hold"/>
                                        <p:tgtEl>
                                          <p:spTgt spid="55"/>
                                        </p:tgtEl>
                                        <p:attrNameLst>
                                          <p:attrName>ppt_x</p:attrName>
                                        </p:attrNameLst>
                                      </p:cBhvr>
                                      <p:tavLst>
                                        <p:tav tm="0">
                                          <p:val>
                                            <p:strVal val="#ppt_x"/>
                                          </p:val>
                                        </p:tav>
                                        <p:tav tm="100000">
                                          <p:val>
                                            <p:strVal val="#ppt_x"/>
                                          </p:val>
                                        </p:tav>
                                      </p:tavLst>
                                    </p:anim>
                                    <p:anim calcmode="lin" valueType="num">
                                      <p:cBhvr>
                                        <p:cTn id="135" dur="1000" fill="hold"/>
                                        <p:tgtEl>
                                          <p:spTgt spid="55"/>
                                        </p:tgtEl>
                                        <p:attrNameLst>
                                          <p:attrName>ppt_y</p:attrName>
                                        </p:attrNameLst>
                                      </p:cBhvr>
                                      <p:tavLst>
                                        <p:tav tm="0">
                                          <p:val>
                                            <p:strVal val="#ppt_y+.1"/>
                                          </p:val>
                                        </p:tav>
                                        <p:tav tm="100000">
                                          <p:val>
                                            <p:strVal val="#ppt_y"/>
                                          </p:val>
                                        </p:tav>
                                      </p:tavLst>
                                    </p:anim>
                                  </p:childTnLst>
                                </p:cTn>
                              </p:par>
                              <p:par>
                                <p:cTn id="136" presetID="42" presetClass="entr" presetSubtype="0" fill="hold" grpId="0" nodeType="withEffect">
                                  <p:stCondLst>
                                    <p:cond delay="0"/>
                                  </p:stCondLst>
                                  <p:childTnLst>
                                    <p:set>
                                      <p:cBhvr>
                                        <p:cTn id="137" dur="1" fill="hold">
                                          <p:stCondLst>
                                            <p:cond delay="0"/>
                                          </p:stCondLst>
                                        </p:cTn>
                                        <p:tgtEl>
                                          <p:spTgt spid="56"/>
                                        </p:tgtEl>
                                        <p:attrNameLst>
                                          <p:attrName>style.visibility</p:attrName>
                                        </p:attrNameLst>
                                      </p:cBhvr>
                                      <p:to>
                                        <p:strVal val="visible"/>
                                      </p:to>
                                    </p:set>
                                    <p:animEffect transition="in" filter="fade">
                                      <p:cBhvr>
                                        <p:cTn id="138" dur="1000"/>
                                        <p:tgtEl>
                                          <p:spTgt spid="56"/>
                                        </p:tgtEl>
                                      </p:cBhvr>
                                    </p:animEffect>
                                    <p:anim calcmode="lin" valueType="num">
                                      <p:cBhvr>
                                        <p:cTn id="139" dur="1000" fill="hold"/>
                                        <p:tgtEl>
                                          <p:spTgt spid="56"/>
                                        </p:tgtEl>
                                        <p:attrNameLst>
                                          <p:attrName>ppt_x</p:attrName>
                                        </p:attrNameLst>
                                      </p:cBhvr>
                                      <p:tavLst>
                                        <p:tav tm="0">
                                          <p:val>
                                            <p:strVal val="#ppt_x"/>
                                          </p:val>
                                        </p:tav>
                                        <p:tav tm="100000">
                                          <p:val>
                                            <p:strVal val="#ppt_x"/>
                                          </p:val>
                                        </p:tav>
                                      </p:tavLst>
                                    </p:anim>
                                    <p:anim calcmode="lin" valueType="num">
                                      <p:cBhvr>
                                        <p:cTn id="140" dur="1000" fill="hold"/>
                                        <p:tgtEl>
                                          <p:spTgt spid="56"/>
                                        </p:tgtEl>
                                        <p:attrNameLst>
                                          <p:attrName>ppt_y</p:attrName>
                                        </p:attrNameLst>
                                      </p:cBhvr>
                                      <p:tavLst>
                                        <p:tav tm="0">
                                          <p:val>
                                            <p:strVal val="#ppt_y+.1"/>
                                          </p:val>
                                        </p:tav>
                                        <p:tav tm="100000">
                                          <p:val>
                                            <p:strVal val="#ppt_y"/>
                                          </p:val>
                                        </p:tav>
                                      </p:tavLst>
                                    </p:anim>
                                  </p:childTnLst>
                                </p:cTn>
                              </p:par>
                              <p:par>
                                <p:cTn id="141" presetID="42" presetClass="entr" presetSubtype="0" fill="hold" grpId="0" nodeType="withEffect">
                                  <p:stCondLst>
                                    <p:cond delay="0"/>
                                  </p:stCondLst>
                                  <p:childTnLst>
                                    <p:set>
                                      <p:cBhvr>
                                        <p:cTn id="142" dur="1" fill="hold">
                                          <p:stCondLst>
                                            <p:cond delay="0"/>
                                          </p:stCondLst>
                                        </p:cTn>
                                        <p:tgtEl>
                                          <p:spTgt spid="57"/>
                                        </p:tgtEl>
                                        <p:attrNameLst>
                                          <p:attrName>style.visibility</p:attrName>
                                        </p:attrNameLst>
                                      </p:cBhvr>
                                      <p:to>
                                        <p:strVal val="visible"/>
                                      </p:to>
                                    </p:set>
                                    <p:animEffect transition="in" filter="fade">
                                      <p:cBhvr>
                                        <p:cTn id="143" dur="1000"/>
                                        <p:tgtEl>
                                          <p:spTgt spid="57"/>
                                        </p:tgtEl>
                                      </p:cBhvr>
                                    </p:animEffect>
                                    <p:anim calcmode="lin" valueType="num">
                                      <p:cBhvr>
                                        <p:cTn id="144" dur="1000" fill="hold"/>
                                        <p:tgtEl>
                                          <p:spTgt spid="57"/>
                                        </p:tgtEl>
                                        <p:attrNameLst>
                                          <p:attrName>ppt_x</p:attrName>
                                        </p:attrNameLst>
                                      </p:cBhvr>
                                      <p:tavLst>
                                        <p:tav tm="0">
                                          <p:val>
                                            <p:strVal val="#ppt_x"/>
                                          </p:val>
                                        </p:tav>
                                        <p:tav tm="100000">
                                          <p:val>
                                            <p:strVal val="#ppt_x"/>
                                          </p:val>
                                        </p:tav>
                                      </p:tavLst>
                                    </p:anim>
                                    <p:anim calcmode="lin" valueType="num">
                                      <p:cBhvr>
                                        <p:cTn id="145" dur="1000" fill="hold"/>
                                        <p:tgtEl>
                                          <p:spTgt spid="57"/>
                                        </p:tgtEl>
                                        <p:attrNameLst>
                                          <p:attrName>ppt_y</p:attrName>
                                        </p:attrNameLst>
                                      </p:cBhvr>
                                      <p:tavLst>
                                        <p:tav tm="0">
                                          <p:val>
                                            <p:strVal val="#ppt_y+.1"/>
                                          </p:val>
                                        </p:tav>
                                        <p:tav tm="100000">
                                          <p:val>
                                            <p:strVal val="#ppt_y"/>
                                          </p:val>
                                        </p:tav>
                                      </p:tavLst>
                                    </p:anim>
                                  </p:childTnLst>
                                </p:cTn>
                              </p:par>
                              <p:par>
                                <p:cTn id="146" presetID="42" presetClass="entr" presetSubtype="0" fill="hold" nodeType="withEffect">
                                  <p:stCondLst>
                                    <p:cond delay="0"/>
                                  </p:stCondLst>
                                  <p:childTnLst>
                                    <p:set>
                                      <p:cBhvr>
                                        <p:cTn id="147" dur="1" fill="hold">
                                          <p:stCondLst>
                                            <p:cond delay="0"/>
                                          </p:stCondLst>
                                        </p:cTn>
                                        <p:tgtEl>
                                          <p:spTgt spid="58"/>
                                        </p:tgtEl>
                                        <p:attrNameLst>
                                          <p:attrName>style.visibility</p:attrName>
                                        </p:attrNameLst>
                                      </p:cBhvr>
                                      <p:to>
                                        <p:strVal val="visible"/>
                                      </p:to>
                                    </p:set>
                                    <p:animEffect transition="in" filter="fade">
                                      <p:cBhvr>
                                        <p:cTn id="148" dur="1000"/>
                                        <p:tgtEl>
                                          <p:spTgt spid="58"/>
                                        </p:tgtEl>
                                      </p:cBhvr>
                                    </p:animEffect>
                                    <p:anim calcmode="lin" valueType="num">
                                      <p:cBhvr>
                                        <p:cTn id="149" dur="1000" fill="hold"/>
                                        <p:tgtEl>
                                          <p:spTgt spid="58"/>
                                        </p:tgtEl>
                                        <p:attrNameLst>
                                          <p:attrName>ppt_x</p:attrName>
                                        </p:attrNameLst>
                                      </p:cBhvr>
                                      <p:tavLst>
                                        <p:tav tm="0">
                                          <p:val>
                                            <p:strVal val="#ppt_x"/>
                                          </p:val>
                                        </p:tav>
                                        <p:tav tm="100000">
                                          <p:val>
                                            <p:strVal val="#ppt_x"/>
                                          </p:val>
                                        </p:tav>
                                      </p:tavLst>
                                    </p:anim>
                                    <p:anim calcmode="lin" valueType="num">
                                      <p:cBhvr>
                                        <p:cTn id="150" dur="1000" fill="hold"/>
                                        <p:tgtEl>
                                          <p:spTgt spid="58"/>
                                        </p:tgtEl>
                                        <p:attrNameLst>
                                          <p:attrName>ppt_y</p:attrName>
                                        </p:attrNameLst>
                                      </p:cBhvr>
                                      <p:tavLst>
                                        <p:tav tm="0">
                                          <p:val>
                                            <p:strVal val="#ppt_y+.1"/>
                                          </p:val>
                                        </p:tav>
                                        <p:tav tm="100000">
                                          <p:val>
                                            <p:strVal val="#ppt_y"/>
                                          </p:val>
                                        </p:tav>
                                      </p:tavLst>
                                    </p:anim>
                                  </p:childTnLst>
                                </p:cTn>
                              </p:par>
                              <p:par>
                                <p:cTn id="151" presetID="42" presetClass="entr" presetSubtype="0" fill="hold" nodeType="withEffect">
                                  <p:stCondLst>
                                    <p:cond delay="0"/>
                                  </p:stCondLst>
                                  <p:childTnLst>
                                    <p:set>
                                      <p:cBhvr>
                                        <p:cTn id="152" dur="1" fill="hold">
                                          <p:stCondLst>
                                            <p:cond delay="0"/>
                                          </p:stCondLst>
                                        </p:cTn>
                                        <p:tgtEl>
                                          <p:spTgt spid="59"/>
                                        </p:tgtEl>
                                        <p:attrNameLst>
                                          <p:attrName>style.visibility</p:attrName>
                                        </p:attrNameLst>
                                      </p:cBhvr>
                                      <p:to>
                                        <p:strVal val="visible"/>
                                      </p:to>
                                    </p:set>
                                    <p:animEffect transition="in" filter="fade">
                                      <p:cBhvr>
                                        <p:cTn id="153" dur="1000"/>
                                        <p:tgtEl>
                                          <p:spTgt spid="59"/>
                                        </p:tgtEl>
                                      </p:cBhvr>
                                    </p:animEffect>
                                    <p:anim calcmode="lin" valueType="num">
                                      <p:cBhvr>
                                        <p:cTn id="154" dur="1000" fill="hold"/>
                                        <p:tgtEl>
                                          <p:spTgt spid="59"/>
                                        </p:tgtEl>
                                        <p:attrNameLst>
                                          <p:attrName>ppt_x</p:attrName>
                                        </p:attrNameLst>
                                      </p:cBhvr>
                                      <p:tavLst>
                                        <p:tav tm="0">
                                          <p:val>
                                            <p:strVal val="#ppt_x"/>
                                          </p:val>
                                        </p:tav>
                                        <p:tav tm="100000">
                                          <p:val>
                                            <p:strVal val="#ppt_x"/>
                                          </p:val>
                                        </p:tav>
                                      </p:tavLst>
                                    </p:anim>
                                    <p:anim calcmode="lin" valueType="num">
                                      <p:cBhvr>
                                        <p:cTn id="155" dur="1000" fill="hold"/>
                                        <p:tgtEl>
                                          <p:spTgt spid="59"/>
                                        </p:tgtEl>
                                        <p:attrNameLst>
                                          <p:attrName>ppt_y</p:attrName>
                                        </p:attrNameLst>
                                      </p:cBhvr>
                                      <p:tavLst>
                                        <p:tav tm="0">
                                          <p:val>
                                            <p:strVal val="#ppt_y+.1"/>
                                          </p:val>
                                        </p:tav>
                                        <p:tav tm="100000">
                                          <p:val>
                                            <p:strVal val="#ppt_y"/>
                                          </p:val>
                                        </p:tav>
                                      </p:tavLst>
                                    </p:anim>
                                  </p:childTnLst>
                                </p:cTn>
                              </p:par>
                              <p:par>
                                <p:cTn id="156" presetID="42" presetClass="entr" presetSubtype="0" fill="hold" grpId="0" nodeType="withEffect">
                                  <p:stCondLst>
                                    <p:cond delay="0"/>
                                  </p:stCondLst>
                                  <p:childTnLst>
                                    <p:set>
                                      <p:cBhvr>
                                        <p:cTn id="157" dur="1" fill="hold">
                                          <p:stCondLst>
                                            <p:cond delay="0"/>
                                          </p:stCondLst>
                                        </p:cTn>
                                        <p:tgtEl>
                                          <p:spTgt spid="61"/>
                                        </p:tgtEl>
                                        <p:attrNameLst>
                                          <p:attrName>style.visibility</p:attrName>
                                        </p:attrNameLst>
                                      </p:cBhvr>
                                      <p:to>
                                        <p:strVal val="visible"/>
                                      </p:to>
                                    </p:set>
                                    <p:animEffect transition="in" filter="fade">
                                      <p:cBhvr>
                                        <p:cTn id="158" dur="1000"/>
                                        <p:tgtEl>
                                          <p:spTgt spid="61"/>
                                        </p:tgtEl>
                                      </p:cBhvr>
                                    </p:animEffect>
                                    <p:anim calcmode="lin" valueType="num">
                                      <p:cBhvr>
                                        <p:cTn id="159" dur="1000" fill="hold"/>
                                        <p:tgtEl>
                                          <p:spTgt spid="61"/>
                                        </p:tgtEl>
                                        <p:attrNameLst>
                                          <p:attrName>ppt_x</p:attrName>
                                        </p:attrNameLst>
                                      </p:cBhvr>
                                      <p:tavLst>
                                        <p:tav tm="0">
                                          <p:val>
                                            <p:strVal val="#ppt_x"/>
                                          </p:val>
                                        </p:tav>
                                        <p:tav tm="100000">
                                          <p:val>
                                            <p:strVal val="#ppt_x"/>
                                          </p:val>
                                        </p:tav>
                                      </p:tavLst>
                                    </p:anim>
                                    <p:anim calcmode="lin" valueType="num">
                                      <p:cBhvr>
                                        <p:cTn id="160" dur="1000" fill="hold"/>
                                        <p:tgtEl>
                                          <p:spTgt spid="61"/>
                                        </p:tgtEl>
                                        <p:attrNameLst>
                                          <p:attrName>ppt_y</p:attrName>
                                        </p:attrNameLst>
                                      </p:cBhvr>
                                      <p:tavLst>
                                        <p:tav tm="0">
                                          <p:val>
                                            <p:strVal val="#ppt_y+.1"/>
                                          </p:val>
                                        </p:tav>
                                        <p:tav tm="100000">
                                          <p:val>
                                            <p:strVal val="#ppt_y"/>
                                          </p:val>
                                        </p:tav>
                                      </p:tavLst>
                                    </p:anim>
                                  </p:childTnLst>
                                </p:cTn>
                              </p:par>
                              <p:par>
                                <p:cTn id="161" presetID="42" presetClass="entr" presetSubtype="0" fill="hold" grpId="0" nodeType="withEffect">
                                  <p:stCondLst>
                                    <p:cond delay="0"/>
                                  </p:stCondLst>
                                  <p:childTnLst>
                                    <p:set>
                                      <p:cBhvr>
                                        <p:cTn id="162" dur="1" fill="hold">
                                          <p:stCondLst>
                                            <p:cond delay="0"/>
                                          </p:stCondLst>
                                        </p:cTn>
                                        <p:tgtEl>
                                          <p:spTgt spid="62"/>
                                        </p:tgtEl>
                                        <p:attrNameLst>
                                          <p:attrName>style.visibility</p:attrName>
                                        </p:attrNameLst>
                                      </p:cBhvr>
                                      <p:to>
                                        <p:strVal val="visible"/>
                                      </p:to>
                                    </p:set>
                                    <p:animEffect transition="in" filter="fade">
                                      <p:cBhvr>
                                        <p:cTn id="163" dur="1000"/>
                                        <p:tgtEl>
                                          <p:spTgt spid="62"/>
                                        </p:tgtEl>
                                      </p:cBhvr>
                                    </p:animEffect>
                                    <p:anim calcmode="lin" valueType="num">
                                      <p:cBhvr>
                                        <p:cTn id="164" dur="1000" fill="hold"/>
                                        <p:tgtEl>
                                          <p:spTgt spid="62"/>
                                        </p:tgtEl>
                                        <p:attrNameLst>
                                          <p:attrName>ppt_x</p:attrName>
                                        </p:attrNameLst>
                                      </p:cBhvr>
                                      <p:tavLst>
                                        <p:tav tm="0">
                                          <p:val>
                                            <p:strVal val="#ppt_x"/>
                                          </p:val>
                                        </p:tav>
                                        <p:tav tm="100000">
                                          <p:val>
                                            <p:strVal val="#ppt_x"/>
                                          </p:val>
                                        </p:tav>
                                      </p:tavLst>
                                    </p:anim>
                                    <p:anim calcmode="lin" valueType="num">
                                      <p:cBhvr>
                                        <p:cTn id="165" dur="1000" fill="hold"/>
                                        <p:tgtEl>
                                          <p:spTgt spid="62"/>
                                        </p:tgtEl>
                                        <p:attrNameLst>
                                          <p:attrName>ppt_y</p:attrName>
                                        </p:attrNameLst>
                                      </p:cBhvr>
                                      <p:tavLst>
                                        <p:tav tm="0">
                                          <p:val>
                                            <p:strVal val="#ppt_y+.1"/>
                                          </p:val>
                                        </p:tav>
                                        <p:tav tm="100000">
                                          <p:val>
                                            <p:strVal val="#ppt_y"/>
                                          </p:val>
                                        </p:tav>
                                      </p:tavLst>
                                    </p:anim>
                                  </p:childTnLst>
                                </p:cTn>
                              </p:par>
                              <p:par>
                                <p:cTn id="166" presetID="42" presetClass="entr" presetSubtype="0" fill="hold" grpId="0" nodeType="withEffect">
                                  <p:stCondLst>
                                    <p:cond delay="0"/>
                                  </p:stCondLst>
                                  <p:childTnLst>
                                    <p:set>
                                      <p:cBhvr>
                                        <p:cTn id="167" dur="1" fill="hold">
                                          <p:stCondLst>
                                            <p:cond delay="0"/>
                                          </p:stCondLst>
                                        </p:cTn>
                                        <p:tgtEl>
                                          <p:spTgt spid="34"/>
                                        </p:tgtEl>
                                        <p:attrNameLst>
                                          <p:attrName>style.visibility</p:attrName>
                                        </p:attrNameLst>
                                      </p:cBhvr>
                                      <p:to>
                                        <p:strVal val="visible"/>
                                      </p:to>
                                    </p:set>
                                    <p:animEffect transition="in" filter="fade">
                                      <p:cBhvr>
                                        <p:cTn id="168" dur="1000"/>
                                        <p:tgtEl>
                                          <p:spTgt spid="34"/>
                                        </p:tgtEl>
                                      </p:cBhvr>
                                    </p:animEffect>
                                    <p:anim calcmode="lin" valueType="num">
                                      <p:cBhvr>
                                        <p:cTn id="169" dur="1000" fill="hold"/>
                                        <p:tgtEl>
                                          <p:spTgt spid="34"/>
                                        </p:tgtEl>
                                        <p:attrNameLst>
                                          <p:attrName>ppt_x</p:attrName>
                                        </p:attrNameLst>
                                      </p:cBhvr>
                                      <p:tavLst>
                                        <p:tav tm="0">
                                          <p:val>
                                            <p:strVal val="#ppt_x"/>
                                          </p:val>
                                        </p:tav>
                                        <p:tav tm="100000">
                                          <p:val>
                                            <p:strVal val="#ppt_x"/>
                                          </p:val>
                                        </p:tav>
                                      </p:tavLst>
                                    </p:anim>
                                    <p:anim calcmode="lin" valueType="num">
                                      <p:cBhvr>
                                        <p:cTn id="170"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21" grpId="0" animBg="1"/>
      <p:bldP spid="22" grpId="0" animBg="1"/>
      <p:bldP spid="2" grpId="0"/>
      <p:bldP spid="5" grpId="0"/>
      <p:bldP spid="34" grpId="0"/>
      <p:bldP spid="38" grpId="0" animBg="1"/>
      <p:bldP spid="39" grpId="0" animBg="1"/>
      <p:bldP spid="43" grpId="0" animBg="1"/>
      <p:bldP spid="45" grpId="0" animBg="1"/>
      <p:bldP spid="48" grpId="0" animBg="1"/>
      <p:bldP spid="49" grpId="0" animBg="1"/>
      <p:bldP spid="52" grpId="0" animBg="1"/>
      <p:bldP spid="53" grpId="0" animBg="1"/>
      <p:bldP spid="56" grpId="0" animBg="1"/>
      <p:bldP spid="57" grpId="0" animBg="1"/>
      <p:bldP spid="61" grpId="0" animBg="1"/>
      <p:bldP spid="6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70000"/>
        </a:solidFill>
        <a:effectLst/>
      </p:bgPr>
    </p:bg>
    <p:spTree>
      <p:nvGrpSpPr>
        <p:cNvPr id="1" name=""/>
        <p:cNvGrpSpPr/>
        <p:nvPr/>
      </p:nvGrpSpPr>
      <p:grpSpPr>
        <a:xfrm>
          <a:off x="0" y="0"/>
          <a:ext cx="0" cy="0"/>
          <a:chOff x="0" y="0"/>
          <a:chExt cx="0" cy="0"/>
        </a:xfrm>
      </p:grpSpPr>
      <p:sp>
        <p:nvSpPr>
          <p:cNvPr id="4" name="TextBox 31">
            <a:extLst>
              <a:ext uri="{FF2B5EF4-FFF2-40B4-BE49-F238E27FC236}">
                <a16:creationId xmlns:a16="http://schemas.microsoft.com/office/drawing/2014/main" id="{D0146AE6-4529-47AE-A3DB-F240B258C3D2}"/>
              </a:ext>
            </a:extLst>
          </p:cNvPr>
          <p:cNvSpPr txBox="1"/>
          <p:nvPr/>
        </p:nvSpPr>
        <p:spPr>
          <a:xfrm>
            <a:off x="3063685" y="579854"/>
            <a:ext cx="5113900" cy="646331"/>
          </a:xfrm>
          <a:prstGeom prst="rect">
            <a:avLst/>
          </a:prstGeom>
          <a:noFill/>
        </p:spPr>
        <p:txBody>
          <a:bodyPr wrap="none" rtlCol="0">
            <a:spAutoFit/>
          </a:bodyPr>
          <a:lstStyle/>
          <a:p>
            <a:pPr algn="ctr"/>
            <a:r>
              <a:rPr lang="fr-FR" sz="3600" b="1" dirty="0">
                <a:solidFill>
                  <a:srgbClr val="DDB974"/>
                </a:solidFill>
                <a:latin typeface="Monotype Corsiva" panose="03010101010201010101" pitchFamily="66" charset="0"/>
              </a:rPr>
              <a:t>QUALITÉ DES DONNÉES</a:t>
            </a:r>
          </a:p>
        </p:txBody>
      </p:sp>
      <p:grpSp>
        <p:nvGrpSpPr>
          <p:cNvPr id="5" name="Groupe 4">
            <a:extLst>
              <a:ext uri="{FF2B5EF4-FFF2-40B4-BE49-F238E27FC236}">
                <a16:creationId xmlns:a16="http://schemas.microsoft.com/office/drawing/2014/main" id="{BAB48D19-7D78-43AF-BC79-6C4698C4679B}"/>
              </a:ext>
            </a:extLst>
          </p:cNvPr>
          <p:cNvGrpSpPr/>
          <p:nvPr/>
        </p:nvGrpSpPr>
        <p:grpSpPr>
          <a:xfrm>
            <a:off x="-14420" y="-26649"/>
            <a:ext cx="12280257" cy="6911319"/>
            <a:chOff x="-14420" y="-26649"/>
            <a:chExt cx="12280257" cy="6911319"/>
          </a:xfrm>
        </p:grpSpPr>
        <p:sp>
          <p:nvSpPr>
            <p:cNvPr id="6" name="Freeform 4">
              <a:extLst>
                <a:ext uri="{FF2B5EF4-FFF2-40B4-BE49-F238E27FC236}">
                  <a16:creationId xmlns:a16="http://schemas.microsoft.com/office/drawing/2014/main" id="{42C9B4E7-631C-43A4-B614-493E3653C0CF}"/>
                </a:ext>
              </a:extLst>
            </p:cNvPr>
            <p:cNvSpPr/>
            <p:nvPr/>
          </p:nvSpPr>
          <p:spPr>
            <a:xfrm rot="5400000">
              <a:off x="10735070" y="541235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5">
              <a:extLst>
                <a:ext uri="{FF2B5EF4-FFF2-40B4-BE49-F238E27FC236}">
                  <a16:creationId xmlns:a16="http://schemas.microsoft.com/office/drawing/2014/main" id="{C15B9410-3C9B-41C9-8648-5457A4521598}"/>
                </a:ext>
              </a:extLst>
            </p:cNvPr>
            <p:cNvSpPr/>
            <p:nvPr/>
          </p:nvSpPr>
          <p:spPr>
            <a:xfrm rot="10800000">
              <a:off x="-4089" y="540106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AutoShape 6">
              <a:extLst>
                <a:ext uri="{FF2B5EF4-FFF2-40B4-BE49-F238E27FC236}">
                  <a16:creationId xmlns:a16="http://schemas.microsoft.com/office/drawing/2014/main" id="{404FABC7-8693-4532-A402-056E25F47007}"/>
                </a:ext>
              </a:extLst>
            </p:cNvPr>
            <p:cNvSpPr/>
            <p:nvPr/>
          </p:nvSpPr>
          <p:spPr>
            <a:xfrm>
              <a:off x="2212236" y="6789773"/>
              <a:ext cx="7767529" cy="0"/>
            </a:xfrm>
            <a:prstGeom prst="line">
              <a:avLst/>
            </a:prstGeom>
            <a:ln w="28575" cap="flat">
              <a:solidFill>
                <a:srgbClr val="DDB974"/>
              </a:solidFill>
              <a:prstDash val="solid"/>
              <a:headEnd type="none" w="sm" len="sm"/>
              <a:tailEnd type="none" w="sm" len="sm"/>
            </a:ln>
          </p:spPr>
        </p:sp>
        <p:sp>
          <p:nvSpPr>
            <p:cNvPr id="9" name="AutoShape 5">
              <a:extLst>
                <a:ext uri="{FF2B5EF4-FFF2-40B4-BE49-F238E27FC236}">
                  <a16:creationId xmlns:a16="http://schemas.microsoft.com/office/drawing/2014/main" id="{DC3E0C21-87A0-41D9-B527-E984DE18B2B9}"/>
                </a:ext>
              </a:extLst>
            </p:cNvPr>
            <p:cNvSpPr/>
            <p:nvPr/>
          </p:nvSpPr>
          <p:spPr>
            <a:xfrm>
              <a:off x="1506018" y="98775"/>
              <a:ext cx="9116341" cy="0"/>
            </a:xfrm>
            <a:prstGeom prst="line">
              <a:avLst/>
            </a:prstGeom>
            <a:ln w="38100" cap="flat">
              <a:solidFill>
                <a:srgbClr val="DDB974"/>
              </a:solidFill>
              <a:prstDash val="solid"/>
              <a:headEnd type="none" w="sm" len="sm"/>
              <a:tailEnd type="none" w="sm" len="sm"/>
            </a:ln>
          </p:spPr>
        </p:sp>
        <p:sp>
          <p:nvSpPr>
            <p:cNvPr id="10" name="Freeform 3">
              <a:extLst>
                <a:ext uri="{FF2B5EF4-FFF2-40B4-BE49-F238E27FC236}">
                  <a16:creationId xmlns:a16="http://schemas.microsoft.com/office/drawing/2014/main" id="{1E270B47-1101-4BD1-AEBA-AAADAB589018}"/>
                </a:ext>
              </a:extLst>
            </p:cNvPr>
            <p:cNvSpPr/>
            <p:nvPr/>
          </p:nvSpPr>
          <p:spPr>
            <a:xfrm rot="16200000">
              <a:off x="-14420"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2">
              <a:extLst>
                <a:ext uri="{FF2B5EF4-FFF2-40B4-BE49-F238E27FC236}">
                  <a16:creationId xmlns:a16="http://schemas.microsoft.com/office/drawing/2014/main" id="{AABB95DF-6F31-436F-B695-929651AFC33D}"/>
                </a:ext>
              </a:extLst>
            </p:cNvPr>
            <p:cNvSpPr/>
            <p:nvPr/>
          </p:nvSpPr>
          <p:spPr>
            <a:xfrm>
              <a:off x="10793526"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graphicFrame>
        <p:nvGraphicFramePr>
          <p:cNvPr id="2" name="Tableau 1">
            <a:extLst>
              <a:ext uri="{FF2B5EF4-FFF2-40B4-BE49-F238E27FC236}">
                <a16:creationId xmlns:a16="http://schemas.microsoft.com/office/drawing/2014/main" id="{9AE146E3-8287-4D2C-B81A-54E7A8E4C1B9}"/>
              </a:ext>
            </a:extLst>
          </p:cNvPr>
          <p:cNvGraphicFramePr>
            <a:graphicFrameLocks noGrp="1"/>
          </p:cNvGraphicFramePr>
          <p:nvPr>
            <p:extLst>
              <p:ext uri="{D42A27DB-BD31-4B8C-83A1-F6EECF244321}">
                <p14:modId xmlns:p14="http://schemas.microsoft.com/office/powerpoint/2010/main" val="186342272"/>
              </p:ext>
            </p:extLst>
          </p:nvPr>
        </p:nvGraphicFramePr>
        <p:xfrm>
          <a:off x="590552" y="2271603"/>
          <a:ext cx="5407477" cy="3390754"/>
        </p:xfrm>
        <a:graphic>
          <a:graphicData uri="http://schemas.openxmlformats.org/drawingml/2006/table">
            <a:tbl>
              <a:tblPr firstRow="1" firstCol="1" bandRow="1">
                <a:tableStyleId>{5C22544A-7EE6-4342-B048-85BDC9FD1C3A}</a:tableStyleId>
              </a:tblPr>
              <a:tblGrid>
                <a:gridCol w="1198200">
                  <a:extLst>
                    <a:ext uri="{9D8B030D-6E8A-4147-A177-3AD203B41FA5}">
                      <a16:colId xmlns:a16="http://schemas.microsoft.com/office/drawing/2014/main" val="1038398685"/>
                    </a:ext>
                  </a:extLst>
                </a:gridCol>
                <a:gridCol w="838740">
                  <a:extLst>
                    <a:ext uri="{9D8B030D-6E8A-4147-A177-3AD203B41FA5}">
                      <a16:colId xmlns:a16="http://schemas.microsoft.com/office/drawing/2014/main" val="3696921929"/>
                    </a:ext>
                  </a:extLst>
                </a:gridCol>
                <a:gridCol w="838740">
                  <a:extLst>
                    <a:ext uri="{9D8B030D-6E8A-4147-A177-3AD203B41FA5}">
                      <a16:colId xmlns:a16="http://schemas.microsoft.com/office/drawing/2014/main" val="1337452213"/>
                    </a:ext>
                  </a:extLst>
                </a:gridCol>
                <a:gridCol w="2531797">
                  <a:extLst>
                    <a:ext uri="{9D8B030D-6E8A-4147-A177-3AD203B41FA5}">
                      <a16:colId xmlns:a16="http://schemas.microsoft.com/office/drawing/2014/main" val="585582759"/>
                    </a:ext>
                  </a:extLst>
                </a:gridCol>
              </a:tblGrid>
              <a:tr h="420704">
                <a:tc>
                  <a:txBody>
                    <a:bodyPr/>
                    <a:lstStyle/>
                    <a:p>
                      <a:pPr algn="ctr">
                        <a:lnSpc>
                          <a:spcPct val="107000"/>
                        </a:lnSpc>
                        <a:spcAft>
                          <a:spcPts val="800"/>
                        </a:spcAft>
                      </a:pPr>
                      <a:r>
                        <a:rPr lang="fr-FR" sz="1200">
                          <a:effectLst/>
                          <a:latin typeface="Monotype Corsiva" panose="03010101010201010101" pitchFamily="66" charset="0"/>
                        </a:rPr>
                        <a:t>Variable</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63500" marB="63500"/>
                </a:tc>
                <a:tc>
                  <a:txBody>
                    <a:bodyPr/>
                    <a:lstStyle/>
                    <a:p>
                      <a:pPr algn="ctr">
                        <a:lnSpc>
                          <a:spcPct val="107000"/>
                        </a:lnSpc>
                        <a:spcAft>
                          <a:spcPts val="800"/>
                        </a:spcAft>
                      </a:pPr>
                      <a:r>
                        <a:rPr lang="fr-FR" sz="1200">
                          <a:effectLst/>
                          <a:latin typeface="Monotype Corsiva" panose="03010101010201010101" pitchFamily="66" charset="0"/>
                        </a:rPr>
                        <a:t>NA (n)</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63500" marB="63500"/>
                </a:tc>
                <a:tc>
                  <a:txBody>
                    <a:bodyPr/>
                    <a:lstStyle/>
                    <a:p>
                      <a:pPr algn="ctr">
                        <a:lnSpc>
                          <a:spcPct val="107000"/>
                        </a:lnSpc>
                        <a:spcAft>
                          <a:spcPts val="800"/>
                        </a:spcAft>
                      </a:pPr>
                      <a:r>
                        <a:rPr lang="fr-FR" sz="1200">
                          <a:effectLst/>
                          <a:latin typeface="Monotype Corsiva" panose="03010101010201010101" pitchFamily="66" charset="0"/>
                        </a:rPr>
                        <a:t>NA (%)</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63500" marB="63500"/>
                </a:tc>
                <a:tc>
                  <a:txBody>
                    <a:bodyPr/>
                    <a:lstStyle/>
                    <a:p>
                      <a:pPr algn="ctr">
                        <a:lnSpc>
                          <a:spcPct val="107000"/>
                        </a:lnSpc>
                        <a:spcAft>
                          <a:spcPts val="800"/>
                        </a:spcAft>
                      </a:pPr>
                      <a:r>
                        <a:rPr lang="fr-FR" sz="1200">
                          <a:effectLst/>
                          <a:latin typeface="Monotype Corsiva" panose="03010101010201010101" pitchFamily="66" charset="0"/>
                        </a:rPr>
                        <a:t>Impact sur l'analyse</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63500" marB="63500"/>
                </a:tc>
                <a:extLst>
                  <a:ext uri="{0D108BD9-81ED-4DB2-BD59-A6C34878D82A}">
                    <a16:rowId xmlns:a16="http://schemas.microsoft.com/office/drawing/2014/main" val="4020700581"/>
                  </a:ext>
                </a:extLst>
              </a:tr>
              <a:tr h="386692">
                <a:tc>
                  <a:txBody>
                    <a:bodyPr/>
                    <a:lstStyle/>
                    <a:p>
                      <a:pPr algn="ctr">
                        <a:lnSpc>
                          <a:spcPct val="107000"/>
                        </a:lnSpc>
                        <a:spcAft>
                          <a:spcPts val="800"/>
                        </a:spcAft>
                      </a:pPr>
                      <a:r>
                        <a:rPr lang="fr-FR" sz="1200">
                          <a:effectLst/>
                          <a:latin typeface="Monotype Corsiva" panose="03010101010201010101" pitchFamily="66" charset="0"/>
                        </a:rPr>
                        <a:t>budget</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2 171</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28,3%</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Eleve</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extLst>
                  <a:ext uri="{0D108BD9-81ED-4DB2-BD59-A6C34878D82A}">
                    <a16:rowId xmlns:a16="http://schemas.microsoft.com/office/drawing/2014/main" val="3118414657"/>
                  </a:ext>
                </a:extLst>
              </a:tr>
              <a:tr h="386692">
                <a:tc>
                  <a:txBody>
                    <a:bodyPr/>
                    <a:lstStyle/>
                    <a:p>
                      <a:pPr algn="ctr">
                        <a:lnSpc>
                          <a:spcPct val="107000"/>
                        </a:lnSpc>
                        <a:spcAft>
                          <a:spcPts val="800"/>
                        </a:spcAft>
                      </a:pPr>
                      <a:r>
                        <a:rPr lang="fr-FR" sz="1200">
                          <a:effectLst/>
                          <a:latin typeface="Monotype Corsiva" panose="03010101010201010101" pitchFamily="66" charset="0"/>
                        </a:rPr>
                        <a:t>gross</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186</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2,5%</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Modere</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extLst>
                  <a:ext uri="{0D108BD9-81ED-4DB2-BD59-A6C34878D82A}">
                    <a16:rowId xmlns:a16="http://schemas.microsoft.com/office/drawing/2014/main" val="3639127236"/>
                  </a:ext>
                </a:extLst>
              </a:tr>
              <a:tr h="386692">
                <a:tc>
                  <a:txBody>
                    <a:bodyPr/>
                    <a:lstStyle/>
                    <a:p>
                      <a:pPr algn="ctr">
                        <a:lnSpc>
                          <a:spcPct val="107000"/>
                        </a:lnSpc>
                        <a:spcAft>
                          <a:spcPts val="800"/>
                        </a:spcAft>
                      </a:pPr>
                      <a:r>
                        <a:rPr lang="fr-FR" sz="1200">
                          <a:effectLst/>
                          <a:latin typeface="Monotype Corsiva" panose="03010101010201010101" pitchFamily="66" charset="0"/>
                        </a:rPr>
                        <a:t>rating</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77</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1,0%</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Faible</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extLst>
                  <a:ext uri="{0D108BD9-81ED-4DB2-BD59-A6C34878D82A}">
                    <a16:rowId xmlns:a16="http://schemas.microsoft.com/office/drawing/2014/main" val="498315350"/>
                  </a:ext>
                </a:extLst>
              </a:tr>
              <a:tr h="386692">
                <a:tc>
                  <a:txBody>
                    <a:bodyPr/>
                    <a:lstStyle/>
                    <a:p>
                      <a:pPr algn="ctr">
                        <a:lnSpc>
                          <a:spcPct val="107000"/>
                        </a:lnSpc>
                        <a:spcAft>
                          <a:spcPts val="800"/>
                        </a:spcAft>
                      </a:pPr>
                      <a:r>
                        <a:rPr lang="fr-FR" sz="1200">
                          <a:effectLst/>
                          <a:latin typeface="Monotype Corsiva" panose="03010101010201010101" pitchFamily="66" charset="0"/>
                        </a:rPr>
                        <a:t>company</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17</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0,2%</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Tres faible</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extLst>
                  <a:ext uri="{0D108BD9-81ED-4DB2-BD59-A6C34878D82A}">
                    <a16:rowId xmlns:a16="http://schemas.microsoft.com/office/drawing/2014/main" val="1757901075"/>
                  </a:ext>
                </a:extLst>
              </a:tr>
              <a:tr h="386692">
                <a:tc>
                  <a:txBody>
                    <a:bodyPr/>
                    <a:lstStyle/>
                    <a:p>
                      <a:pPr algn="ctr">
                        <a:lnSpc>
                          <a:spcPct val="107000"/>
                        </a:lnSpc>
                        <a:spcAft>
                          <a:spcPts val="800"/>
                        </a:spcAft>
                      </a:pPr>
                      <a:r>
                        <a:rPr lang="fr-FR" sz="1200">
                          <a:effectLst/>
                          <a:latin typeface="Monotype Corsiva" panose="03010101010201010101" pitchFamily="66" charset="0"/>
                        </a:rPr>
                        <a:t>runtime</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4</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0,05%</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Negligeable</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extLst>
                  <a:ext uri="{0D108BD9-81ED-4DB2-BD59-A6C34878D82A}">
                    <a16:rowId xmlns:a16="http://schemas.microsoft.com/office/drawing/2014/main" val="3352308255"/>
                  </a:ext>
                </a:extLst>
              </a:tr>
              <a:tr h="386692">
                <a:tc>
                  <a:txBody>
                    <a:bodyPr/>
                    <a:lstStyle/>
                    <a:p>
                      <a:pPr algn="ctr">
                        <a:lnSpc>
                          <a:spcPct val="107000"/>
                        </a:lnSpc>
                        <a:spcAft>
                          <a:spcPts val="800"/>
                        </a:spcAft>
                      </a:pPr>
                      <a:r>
                        <a:rPr lang="fr-FR" sz="1200">
                          <a:effectLst/>
                          <a:latin typeface="Monotype Corsiva" panose="03010101010201010101" pitchFamily="66" charset="0"/>
                        </a:rPr>
                        <a:t>score/votes</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3</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0,04%</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Negligeable</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extLst>
                  <a:ext uri="{0D108BD9-81ED-4DB2-BD59-A6C34878D82A}">
                    <a16:rowId xmlns:a16="http://schemas.microsoft.com/office/drawing/2014/main" val="802300002"/>
                  </a:ext>
                </a:extLst>
              </a:tr>
              <a:tr h="649898">
                <a:tc>
                  <a:txBody>
                    <a:bodyPr/>
                    <a:lstStyle/>
                    <a:p>
                      <a:pPr algn="ctr">
                        <a:lnSpc>
                          <a:spcPct val="107000"/>
                        </a:lnSpc>
                        <a:spcAft>
                          <a:spcPts val="800"/>
                        </a:spcAft>
                      </a:pPr>
                      <a:r>
                        <a:rPr lang="fr-FR" sz="1200">
                          <a:effectLst/>
                          <a:latin typeface="Monotype Corsiva" panose="03010101010201010101" pitchFamily="66" charset="0"/>
                        </a:rPr>
                        <a:t>writer/star/country</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&lt;5</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a:effectLst/>
                          <a:latin typeface="Monotype Corsiva" panose="03010101010201010101" pitchFamily="66" charset="0"/>
                        </a:rPr>
                        <a:t>&lt;0,1%</a:t>
                      </a:r>
                      <a:endParaRPr lang="fr-FR" sz="110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tc>
                  <a:txBody>
                    <a:bodyPr/>
                    <a:lstStyle/>
                    <a:p>
                      <a:pPr algn="ctr">
                        <a:lnSpc>
                          <a:spcPct val="107000"/>
                        </a:lnSpc>
                        <a:spcAft>
                          <a:spcPts val="800"/>
                        </a:spcAft>
                      </a:pPr>
                      <a:r>
                        <a:rPr lang="fr-FR" sz="1200" dirty="0" err="1">
                          <a:effectLst/>
                          <a:latin typeface="Monotype Corsiva" panose="03010101010201010101" pitchFamily="66" charset="0"/>
                        </a:rPr>
                        <a:t>Negligeable</a:t>
                      </a:r>
                      <a:endParaRPr lang="fr-FR" sz="1100" dirty="0">
                        <a:effectLst/>
                        <a:latin typeface="Monotype Corsiva" panose="03010101010201010101" pitchFamily="66" charset="0"/>
                        <a:ea typeface="Century Gothic" panose="020B0502020202020204" pitchFamily="34" charset="0"/>
                        <a:cs typeface="Arial" panose="020B0604020202020204" pitchFamily="34" charset="0"/>
                      </a:endParaRPr>
                    </a:p>
                  </a:txBody>
                  <a:tcPr marL="95250" marR="95250" marT="50800" marB="50800"/>
                </a:tc>
                <a:extLst>
                  <a:ext uri="{0D108BD9-81ED-4DB2-BD59-A6C34878D82A}">
                    <a16:rowId xmlns:a16="http://schemas.microsoft.com/office/drawing/2014/main" val="3836625499"/>
                  </a:ext>
                </a:extLst>
              </a:tr>
            </a:tbl>
          </a:graphicData>
        </a:graphic>
      </p:graphicFrame>
      <p:sp>
        <p:nvSpPr>
          <p:cNvPr id="3" name="Rectangle 2">
            <a:extLst>
              <a:ext uri="{FF2B5EF4-FFF2-40B4-BE49-F238E27FC236}">
                <a16:creationId xmlns:a16="http://schemas.microsoft.com/office/drawing/2014/main" id="{13922159-490A-4D50-9C24-EDB6EFF185F2}"/>
              </a:ext>
            </a:extLst>
          </p:cNvPr>
          <p:cNvSpPr/>
          <p:nvPr/>
        </p:nvSpPr>
        <p:spPr>
          <a:xfrm>
            <a:off x="1169607" y="1783705"/>
            <a:ext cx="2356735" cy="369332"/>
          </a:xfrm>
          <a:prstGeom prst="rect">
            <a:avLst/>
          </a:prstGeom>
        </p:spPr>
        <p:txBody>
          <a:bodyPr wrap="none">
            <a:spAutoFit/>
          </a:bodyPr>
          <a:lstStyle/>
          <a:p>
            <a:r>
              <a:rPr lang="fr-FR" b="1" u="sng" dirty="0">
                <a:solidFill>
                  <a:srgbClr val="DDB974"/>
                </a:solidFill>
                <a:latin typeface="Monotype Corsiva" panose="03010101010201010101" pitchFamily="66" charset="0"/>
                <a:ea typeface="Century Gothic" panose="020B0502020202020204" pitchFamily="34" charset="0"/>
                <a:cs typeface="Arial" panose="020B0604020202020204" pitchFamily="34" charset="0"/>
              </a:rPr>
              <a:t>Valeurs manquantes (NA)</a:t>
            </a:r>
            <a:r>
              <a:rPr lang="fr-FR" b="1" dirty="0">
                <a:solidFill>
                  <a:srgbClr val="DDB974"/>
                </a:solidFill>
                <a:latin typeface="Monotype Corsiva" panose="03010101010201010101" pitchFamily="66" charset="0"/>
                <a:ea typeface="Century Gothic" panose="020B0502020202020204" pitchFamily="34" charset="0"/>
                <a:cs typeface="Arial" panose="020B0604020202020204" pitchFamily="34" charset="0"/>
              </a:rPr>
              <a:t> </a:t>
            </a:r>
            <a:endParaRPr lang="fr-FR" dirty="0">
              <a:solidFill>
                <a:srgbClr val="DDB974"/>
              </a:solidFill>
              <a:latin typeface="Monotype Corsiva" panose="03010101010201010101" pitchFamily="66" charset="0"/>
            </a:endParaRPr>
          </a:p>
        </p:txBody>
      </p:sp>
      <p:sp>
        <p:nvSpPr>
          <p:cNvPr id="51" name="Rectangle 50">
            <a:extLst>
              <a:ext uri="{FF2B5EF4-FFF2-40B4-BE49-F238E27FC236}">
                <a16:creationId xmlns:a16="http://schemas.microsoft.com/office/drawing/2014/main" id="{19AF6786-2277-4CAD-BAE6-4822A7CE4991}"/>
              </a:ext>
            </a:extLst>
          </p:cNvPr>
          <p:cNvSpPr/>
          <p:nvPr/>
        </p:nvSpPr>
        <p:spPr>
          <a:xfrm>
            <a:off x="6793828" y="1783705"/>
            <a:ext cx="3046027" cy="430887"/>
          </a:xfrm>
          <a:prstGeom prst="rect">
            <a:avLst/>
          </a:prstGeom>
        </p:spPr>
        <p:txBody>
          <a:bodyPr wrap="none">
            <a:spAutoFit/>
          </a:bodyPr>
          <a:lstStyle/>
          <a:p>
            <a:pPr lvl="1">
              <a:lnSpc>
                <a:spcPct val="150000"/>
              </a:lnSpc>
              <a:spcBef>
                <a:spcPts val="200"/>
              </a:spcBef>
              <a:spcAft>
                <a:spcPts val="0"/>
              </a:spcAft>
            </a:pPr>
            <a:r>
              <a:rPr lang="fr-FR" sz="1600" b="1" u="sng" dirty="0">
                <a:solidFill>
                  <a:srgbClr val="DDB974"/>
                </a:solidFill>
                <a:latin typeface="Monotype Corsiva" panose="03010101010201010101" pitchFamily="66" charset="0"/>
                <a:ea typeface="Times New Roman" panose="02020603050405020304" pitchFamily="18" charset="0"/>
                <a:cs typeface="Times New Roman" panose="02020603050405020304" pitchFamily="18" charset="0"/>
              </a:rPr>
              <a:t>Cohérence des types de variables</a:t>
            </a:r>
            <a:r>
              <a:rPr lang="fr-FR" sz="1600" b="1" dirty="0">
                <a:solidFill>
                  <a:srgbClr val="DDB974"/>
                </a:solidFill>
                <a:latin typeface="Monotype Corsiva" panose="03010101010201010101" pitchFamily="66" charset="0"/>
                <a:ea typeface="Times New Roman" panose="02020603050405020304" pitchFamily="18" charset="0"/>
                <a:cs typeface="Times New Roman" panose="02020603050405020304" pitchFamily="18" charset="0"/>
              </a:rPr>
              <a:t> :</a:t>
            </a:r>
            <a:endParaRPr lang="fr-FR" sz="1600" b="1" dirty="0">
              <a:solidFill>
                <a:srgbClr val="DDB974"/>
              </a:solidFill>
              <a:effectLst/>
              <a:latin typeface="Monotype Corsiva" panose="03010101010201010101" pitchFamily="66" charset="0"/>
              <a:ea typeface="Times New Roman" panose="02020603050405020304" pitchFamily="18" charset="0"/>
              <a:cs typeface="Times New Roman" panose="02020603050405020304" pitchFamily="18" charset="0"/>
            </a:endParaRPr>
          </a:p>
        </p:txBody>
      </p:sp>
      <p:sp>
        <p:nvSpPr>
          <p:cNvPr id="52" name="Rectangle 51">
            <a:extLst>
              <a:ext uri="{FF2B5EF4-FFF2-40B4-BE49-F238E27FC236}">
                <a16:creationId xmlns:a16="http://schemas.microsoft.com/office/drawing/2014/main" id="{0E361152-5D24-4090-8A58-C72F34D1EFAD}"/>
              </a:ext>
            </a:extLst>
          </p:cNvPr>
          <p:cNvSpPr/>
          <p:nvPr/>
        </p:nvSpPr>
        <p:spPr>
          <a:xfrm>
            <a:off x="6793828" y="2507734"/>
            <a:ext cx="4027714" cy="2135200"/>
          </a:xfrm>
          <a:prstGeom prst="rect">
            <a:avLst/>
          </a:prstGeom>
          <a:ln>
            <a:solidFill>
              <a:srgbClr val="DDB974"/>
            </a:solidFill>
          </a:ln>
        </p:spPr>
        <p:txBody>
          <a:bodyPr wrap="square">
            <a:spAutoFit/>
          </a:bodyPr>
          <a:lstStyle/>
          <a:p>
            <a:pPr algn="just">
              <a:lnSpc>
                <a:spcPct val="150000"/>
              </a:lnSpc>
              <a:spcAft>
                <a:spcPts val="800"/>
              </a:spcAft>
            </a:pPr>
            <a:r>
              <a:rPr lang="fr-FR" dirty="0">
                <a:solidFill>
                  <a:srgbClr val="DDB974"/>
                </a:solidFill>
                <a:latin typeface="Monotype Corsiva" panose="03010101010201010101" pitchFamily="66" charset="0"/>
                <a:ea typeface="Century Gothic" panose="020B0502020202020204" pitchFamily="34" charset="0"/>
                <a:cs typeface="Arial" panose="020B0604020202020204" pitchFamily="34" charset="0"/>
              </a:rPr>
              <a:t>A l'importation, les variables rating, genre et country étaient lues comme du texte (</a:t>
            </a:r>
            <a:r>
              <a:rPr lang="fr-FR" dirty="0" err="1">
                <a:solidFill>
                  <a:srgbClr val="DDB974"/>
                </a:solidFill>
                <a:latin typeface="Monotype Corsiva" panose="03010101010201010101" pitchFamily="66" charset="0"/>
                <a:ea typeface="Century Gothic" panose="020B0502020202020204" pitchFamily="34" charset="0"/>
                <a:cs typeface="Arial" panose="020B0604020202020204" pitchFamily="34" charset="0"/>
              </a:rPr>
              <a:t>chr</a:t>
            </a:r>
            <a:r>
              <a:rPr lang="fr-FR" dirty="0">
                <a:solidFill>
                  <a:srgbClr val="DDB974"/>
                </a:solidFill>
                <a:latin typeface="Monotype Corsiva" panose="03010101010201010101" pitchFamily="66" charset="0"/>
                <a:ea typeface="Century Gothic" panose="020B0502020202020204" pitchFamily="34" charset="0"/>
                <a:cs typeface="Arial" panose="020B0604020202020204" pitchFamily="34" charset="0"/>
              </a:rPr>
              <a:t>) par R. Elles ont été converties en facteurs. La variable </a:t>
            </a:r>
            <a:r>
              <a:rPr lang="fr-FR" b="1" dirty="0" err="1">
                <a:solidFill>
                  <a:srgbClr val="DDB974"/>
                </a:solidFill>
                <a:latin typeface="Monotype Corsiva" panose="03010101010201010101" pitchFamily="66" charset="0"/>
                <a:ea typeface="Century Gothic" panose="020B0502020202020204" pitchFamily="34" charset="0"/>
                <a:cs typeface="Arial" panose="020B0604020202020204" pitchFamily="34" charset="0"/>
              </a:rPr>
              <a:t>released</a:t>
            </a:r>
            <a:r>
              <a:rPr lang="fr-FR" dirty="0">
                <a:solidFill>
                  <a:srgbClr val="DDB974"/>
                </a:solidFill>
                <a:latin typeface="Monotype Corsiva" panose="03010101010201010101" pitchFamily="66" charset="0"/>
                <a:ea typeface="Century Gothic" panose="020B0502020202020204" pitchFamily="34" charset="0"/>
                <a:cs typeface="Arial" panose="020B0604020202020204" pitchFamily="34" charset="0"/>
              </a:rPr>
              <a:t> </a:t>
            </a:r>
            <a:r>
              <a:rPr lang="fr-FR" dirty="0" err="1">
                <a:solidFill>
                  <a:srgbClr val="DDB974"/>
                </a:solidFill>
                <a:latin typeface="Monotype Corsiva" panose="03010101010201010101" pitchFamily="66" charset="0"/>
                <a:ea typeface="Century Gothic" panose="020B0502020202020204" pitchFamily="34" charset="0"/>
                <a:cs typeface="Arial" panose="020B0604020202020204" pitchFamily="34" charset="0"/>
              </a:rPr>
              <a:t>etait</a:t>
            </a:r>
            <a:r>
              <a:rPr lang="fr-FR" dirty="0">
                <a:solidFill>
                  <a:srgbClr val="DDB974"/>
                </a:solidFill>
                <a:latin typeface="Monotype Corsiva" panose="03010101010201010101" pitchFamily="66" charset="0"/>
                <a:ea typeface="Century Gothic" panose="020B0502020202020204" pitchFamily="34" charset="0"/>
                <a:cs typeface="Arial" panose="020B0604020202020204" pitchFamily="34" charset="0"/>
              </a:rPr>
              <a:t> une chaine de </a:t>
            </a:r>
            <a:r>
              <a:rPr lang="fr-FR" dirty="0" err="1">
                <a:solidFill>
                  <a:srgbClr val="DDB974"/>
                </a:solidFill>
                <a:latin typeface="Monotype Corsiva" panose="03010101010201010101" pitchFamily="66" charset="0"/>
                <a:ea typeface="Century Gothic" panose="020B0502020202020204" pitchFamily="34" charset="0"/>
                <a:cs typeface="Arial" panose="020B0604020202020204" pitchFamily="34" charset="0"/>
              </a:rPr>
              <a:t>caracteres</a:t>
            </a:r>
            <a:r>
              <a:rPr lang="fr-FR" dirty="0">
                <a:solidFill>
                  <a:srgbClr val="DDB974"/>
                </a:solidFill>
                <a:latin typeface="Monotype Corsiva" panose="03010101010201010101" pitchFamily="66" charset="0"/>
                <a:ea typeface="Century Gothic" panose="020B0502020202020204" pitchFamily="34" charset="0"/>
                <a:cs typeface="Arial" panose="020B0604020202020204" pitchFamily="34" charset="0"/>
              </a:rPr>
              <a:t> au format June 13, 1980 (United States)</a:t>
            </a:r>
            <a:endParaRPr lang="fr-FR" sz="1600" dirty="0">
              <a:solidFill>
                <a:srgbClr val="DDB974"/>
              </a:solidFill>
              <a:effectLst/>
              <a:latin typeface="Monotype Corsiva" panose="03010101010201010101" pitchFamily="66" charset="0"/>
              <a:ea typeface="Century Gothic" panose="020B0502020202020204" pitchFamily="34" charset="0"/>
              <a:cs typeface="Arial" panose="020B0604020202020204" pitchFamily="34" charset="0"/>
            </a:endParaRPr>
          </a:p>
        </p:txBody>
      </p:sp>
    </p:spTree>
    <p:extLst>
      <p:ext uri="{BB962C8B-B14F-4D97-AF65-F5344CB8AC3E}">
        <p14:creationId xmlns:p14="http://schemas.microsoft.com/office/powerpoint/2010/main" val="28578299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70000"/>
        </a:solidFill>
        <a:effectLst/>
      </p:bgPr>
    </p:bg>
    <p:spTree>
      <p:nvGrpSpPr>
        <p:cNvPr id="1" name=""/>
        <p:cNvGrpSpPr/>
        <p:nvPr/>
      </p:nvGrpSpPr>
      <p:grpSpPr>
        <a:xfrm>
          <a:off x="0" y="0"/>
          <a:ext cx="0" cy="0"/>
          <a:chOff x="0" y="0"/>
          <a:chExt cx="0" cy="0"/>
        </a:xfrm>
      </p:grpSpPr>
      <p:sp>
        <p:nvSpPr>
          <p:cNvPr id="4" name="TextBox 4"/>
          <p:cNvSpPr txBox="1"/>
          <p:nvPr/>
        </p:nvSpPr>
        <p:spPr>
          <a:xfrm>
            <a:off x="5471568" y="760244"/>
            <a:ext cx="5874233" cy="807913"/>
          </a:xfrm>
          <a:prstGeom prst="rect">
            <a:avLst/>
          </a:prstGeom>
        </p:spPr>
        <p:txBody>
          <a:bodyPr wrap="square" lIns="0" tIns="0" rIns="0" bIns="0" rtlCol="0" anchor="t">
            <a:spAutoFit/>
          </a:bodyPr>
          <a:lstStyle/>
          <a:p>
            <a:pPr>
              <a:lnSpc>
                <a:spcPts val="6320"/>
              </a:lnSpc>
              <a:spcBef>
                <a:spcPct val="0"/>
              </a:spcBef>
            </a:pPr>
            <a:r>
              <a:rPr lang="en-US" sz="5267" dirty="0">
                <a:solidFill>
                  <a:srgbClr val="DDB974"/>
                </a:solidFill>
                <a:latin typeface="Monotype Corsiva" panose="03010101010201010101" pitchFamily="66" charset="0"/>
                <a:cs typeface="Times New Roman" panose="02020603050405020304" pitchFamily="18" charset="0"/>
              </a:rPr>
              <a:t>Plan</a:t>
            </a:r>
            <a:r>
              <a:rPr lang="en-US" sz="5267" dirty="0">
                <a:solidFill>
                  <a:srgbClr val="DDB974"/>
                </a:solidFill>
                <a:latin typeface="Monotype Corsiva" panose="03010101010201010101" pitchFamily="66" charset="0"/>
              </a:rPr>
              <a:t> </a:t>
            </a:r>
          </a:p>
        </p:txBody>
      </p:sp>
      <p:sp>
        <p:nvSpPr>
          <p:cNvPr id="5" name="AutoShape 5"/>
          <p:cNvSpPr/>
          <p:nvPr/>
        </p:nvSpPr>
        <p:spPr>
          <a:xfrm>
            <a:off x="1506018" y="132642"/>
            <a:ext cx="9116341" cy="0"/>
          </a:xfrm>
          <a:prstGeom prst="line">
            <a:avLst/>
          </a:prstGeom>
          <a:ln w="38100" cap="flat">
            <a:solidFill>
              <a:srgbClr val="DDB974"/>
            </a:solidFill>
            <a:prstDash val="solid"/>
            <a:headEnd type="none" w="sm" len="sm"/>
            <a:tailEnd type="none" w="sm" len="sm"/>
          </a:ln>
        </p:spPr>
      </p:sp>
      <mc:AlternateContent xmlns:mc="http://schemas.openxmlformats.org/markup-compatibility/2006" xmlns:pslz="http://schemas.microsoft.com/office/powerpoint/2016/slidezoom">
        <mc:Choice Requires="pslz">
          <p:graphicFrame>
            <p:nvGraphicFramePr>
              <p:cNvPr id="59" name="Slide Zoom 58">
                <a:extLst>
                  <a:ext uri="{FF2B5EF4-FFF2-40B4-BE49-F238E27FC236}">
                    <a16:creationId xmlns:a16="http://schemas.microsoft.com/office/drawing/2014/main" id="{C1837747-62CC-434E-9B2F-B7AB96A8FC52}"/>
                  </a:ext>
                </a:extLst>
              </p:cNvPr>
              <p:cNvGraphicFramePr>
                <a:graphicFrameLocks noChangeAspect="1"/>
              </p:cNvGraphicFramePr>
              <p:nvPr/>
            </p:nvGraphicFramePr>
            <p:xfrm>
              <a:off x="347370" y="1466320"/>
              <a:ext cx="1873405" cy="1053790"/>
            </p:xfrm>
            <a:graphic>
              <a:graphicData uri="http://schemas.microsoft.com/office/powerpoint/2016/slidezoom">
                <pslz:sldZm>
                  <pslz:sldZmObj sldId="268" cId="1843272937">
                    <pslz:zmPr id="{70A8D333-1D4D-4C2F-A974-5D59642B8DF8}" returnToParent="0" transitionDur="1000">
                      <p166:blipFill xmlns:p166="http://schemas.microsoft.com/office/powerpoint/2016/6/main">
                        <a:blip r:embed="rId2"/>
                        <a:stretch>
                          <a:fillRect/>
                        </a:stretch>
                      </p166:blipFill>
                      <p166:spPr xmlns:p166="http://schemas.microsoft.com/office/powerpoint/2016/6/main">
                        <a:xfrm>
                          <a:off x="0" y="0"/>
                          <a:ext cx="1873405" cy="1053790"/>
                        </a:xfrm>
                        <a:prstGeom prst="rect">
                          <a:avLst/>
                        </a:prstGeom>
                        <a:ln w="3175">
                          <a:solidFill>
                            <a:prstClr val="ltGray"/>
                          </a:solidFill>
                        </a:ln>
                      </p166:spPr>
                    </pslz:zmPr>
                  </pslz:sldZmObj>
                </pslz:sldZm>
              </a:graphicData>
            </a:graphic>
          </p:graphicFrame>
        </mc:Choice>
        <mc:Fallback xmlns="">
          <p:pic>
            <p:nvPicPr>
              <p:cNvPr id="59" name="Slide Zoom 58">
                <a:hlinkClick r:id="rId3" action="ppaction://hlinksldjump"/>
                <a:extLst>
                  <a:ext uri="{FF2B5EF4-FFF2-40B4-BE49-F238E27FC236}">
                    <a16:creationId xmlns:a16="http://schemas.microsoft.com/office/drawing/2014/main" id="{C1837747-62CC-434E-9B2F-B7AB96A8FC52}"/>
                  </a:ext>
                </a:extLst>
              </p:cNvPr>
              <p:cNvPicPr>
                <a:picLocks noGrp="1" noRot="1" noChangeAspect="1" noMove="1" noResize="1" noEditPoints="1" noAdjustHandles="1" noChangeArrowheads="1" noChangeShapeType="1"/>
              </p:cNvPicPr>
              <p:nvPr/>
            </p:nvPicPr>
            <p:blipFill>
              <a:blip r:embed="rId4"/>
              <a:stretch>
                <a:fillRect/>
              </a:stretch>
            </p:blipFill>
            <p:spPr>
              <a:xfrm>
                <a:off x="347370" y="1466320"/>
                <a:ext cx="1873405" cy="105379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7" name="Slide Zoom 66">
                <a:extLst>
                  <a:ext uri="{FF2B5EF4-FFF2-40B4-BE49-F238E27FC236}">
                    <a16:creationId xmlns:a16="http://schemas.microsoft.com/office/drawing/2014/main" id="{5933AC81-7B02-4B76-9237-E6CC528C105C}"/>
                  </a:ext>
                </a:extLst>
              </p:cNvPr>
              <p:cNvGraphicFramePr>
                <a:graphicFrameLocks noChangeAspect="1"/>
              </p:cNvGraphicFramePr>
              <p:nvPr/>
            </p:nvGraphicFramePr>
            <p:xfrm>
              <a:off x="198666" y="4651436"/>
              <a:ext cx="1778171" cy="1053790"/>
            </p:xfrm>
            <a:graphic>
              <a:graphicData uri="http://schemas.microsoft.com/office/powerpoint/2016/slidezoom">
                <pslz:sldZm>
                  <pslz:sldZmObj sldId="274" cId="3633662806">
                    <pslz:zmPr id="{B2DD4CDB-3591-444E-A13F-B084C1994C1D}" returnToParent="0" transitionDur="1000">
                      <p166:blipFill xmlns:p166="http://schemas.microsoft.com/office/powerpoint/2016/6/main">
                        <a:blip r:embed="rId5"/>
                        <a:stretch>
                          <a:fillRect/>
                        </a:stretch>
                      </p166:blipFill>
                      <p166:spPr xmlns:p166="http://schemas.microsoft.com/office/powerpoint/2016/6/main">
                        <a:xfrm>
                          <a:off x="0" y="0"/>
                          <a:ext cx="1778171" cy="1053790"/>
                        </a:xfrm>
                        <a:prstGeom prst="rect">
                          <a:avLst/>
                        </a:prstGeom>
                        <a:ln w="3175">
                          <a:solidFill>
                            <a:prstClr val="ltGray"/>
                          </a:solidFill>
                        </a:ln>
                      </p166:spPr>
                    </pslz:zmPr>
                  </pslz:sldZmObj>
                </pslz:sldZm>
              </a:graphicData>
            </a:graphic>
          </p:graphicFrame>
        </mc:Choice>
        <mc:Fallback xmlns="">
          <p:pic>
            <p:nvPicPr>
              <p:cNvPr id="67" name="Slide Zoom 66">
                <a:hlinkClick r:id="rId6" action="ppaction://hlinksldjump"/>
                <a:extLst>
                  <a:ext uri="{FF2B5EF4-FFF2-40B4-BE49-F238E27FC236}">
                    <a16:creationId xmlns:a16="http://schemas.microsoft.com/office/drawing/2014/main" id="{5933AC81-7B02-4B76-9237-E6CC528C105C}"/>
                  </a:ext>
                </a:extLst>
              </p:cNvPr>
              <p:cNvPicPr>
                <a:picLocks noGrp="1" noRot="1" noChangeAspect="1" noMove="1" noResize="1" noEditPoints="1" noAdjustHandles="1" noChangeArrowheads="1" noChangeShapeType="1"/>
              </p:cNvPicPr>
              <p:nvPr/>
            </p:nvPicPr>
            <p:blipFill>
              <a:blip r:embed="rId7"/>
              <a:stretch>
                <a:fillRect/>
              </a:stretch>
            </p:blipFill>
            <p:spPr>
              <a:xfrm>
                <a:off x="198666" y="4651436"/>
                <a:ext cx="1778171" cy="105379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1" name="Slide Zoom 70">
                <a:extLst>
                  <a:ext uri="{FF2B5EF4-FFF2-40B4-BE49-F238E27FC236}">
                    <a16:creationId xmlns:a16="http://schemas.microsoft.com/office/drawing/2014/main" id="{AED4AC08-0C2D-4904-8BEE-59E89751FE9D}"/>
                  </a:ext>
                </a:extLst>
              </p:cNvPr>
              <p:cNvGraphicFramePr>
                <a:graphicFrameLocks noChangeAspect="1"/>
              </p:cNvGraphicFramePr>
              <p:nvPr/>
            </p:nvGraphicFramePr>
            <p:xfrm>
              <a:off x="8126620" y="1262044"/>
              <a:ext cx="1484165" cy="948624"/>
            </p:xfrm>
            <a:graphic>
              <a:graphicData uri="http://schemas.microsoft.com/office/powerpoint/2016/slidezoom">
                <pslz:sldZm>
                  <pslz:sldZmObj sldId="572" cId="3286344878">
                    <pslz:zmPr id="{B73CE48C-4476-4991-94EB-7FA8EB06BED7}" returnToParent="0" transitionDur="1000">
                      <p166:blipFill xmlns:p166="http://schemas.microsoft.com/office/powerpoint/2016/6/main">
                        <a:blip r:embed="rId8"/>
                        <a:stretch>
                          <a:fillRect/>
                        </a:stretch>
                      </p166:blipFill>
                      <p166:spPr xmlns:p166="http://schemas.microsoft.com/office/powerpoint/2016/6/main">
                        <a:xfrm>
                          <a:off x="0" y="0"/>
                          <a:ext cx="1484165" cy="948624"/>
                        </a:xfrm>
                        <a:prstGeom prst="rect">
                          <a:avLst/>
                        </a:prstGeom>
                        <a:ln w="3175">
                          <a:solidFill>
                            <a:prstClr val="ltGray"/>
                          </a:solidFill>
                        </a:ln>
                      </p166:spPr>
                    </pslz:zmPr>
                  </pslz:sldZmObj>
                </pslz:sldZm>
              </a:graphicData>
            </a:graphic>
          </p:graphicFrame>
        </mc:Choice>
        <mc:Fallback xmlns="">
          <p:pic>
            <p:nvPicPr>
              <p:cNvPr id="71" name="Slide Zoom 70">
                <a:hlinkClick r:id="rId9" action="ppaction://hlinksldjump"/>
                <a:extLst>
                  <a:ext uri="{FF2B5EF4-FFF2-40B4-BE49-F238E27FC236}">
                    <a16:creationId xmlns:a16="http://schemas.microsoft.com/office/drawing/2014/main" id="{AED4AC08-0C2D-4904-8BEE-59E89751FE9D}"/>
                  </a:ext>
                </a:extLst>
              </p:cNvPr>
              <p:cNvPicPr>
                <a:picLocks noGrp="1" noRot="1" noChangeAspect="1" noMove="1" noResize="1" noEditPoints="1" noAdjustHandles="1" noChangeArrowheads="1" noChangeShapeType="1"/>
              </p:cNvPicPr>
              <p:nvPr/>
            </p:nvPicPr>
            <p:blipFill>
              <a:blip r:embed="rId10"/>
              <a:stretch>
                <a:fillRect/>
              </a:stretch>
            </p:blipFill>
            <p:spPr>
              <a:xfrm>
                <a:off x="8126620" y="1262044"/>
                <a:ext cx="1484165" cy="94862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3" name="Slide Zoom 72">
                <a:extLst>
                  <a:ext uri="{FF2B5EF4-FFF2-40B4-BE49-F238E27FC236}">
                    <a16:creationId xmlns:a16="http://schemas.microsoft.com/office/drawing/2014/main" id="{8B97492A-C632-4A23-8440-13DF17CEE710}"/>
                  </a:ext>
                </a:extLst>
              </p:cNvPr>
              <p:cNvGraphicFramePr>
                <a:graphicFrameLocks noChangeAspect="1"/>
              </p:cNvGraphicFramePr>
              <p:nvPr/>
            </p:nvGraphicFramePr>
            <p:xfrm>
              <a:off x="9864817" y="1217672"/>
              <a:ext cx="1072923" cy="1302438"/>
            </p:xfrm>
            <a:graphic>
              <a:graphicData uri="http://schemas.microsoft.com/office/powerpoint/2016/slidezoom">
                <pslz:sldZm>
                  <pslz:sldZmObj sldId="574" cId="2200288077">
                    <pslz:zmPr id="{0F07EC58-2621-41C5-AC20-418CA21E4C87}" returnToParent="0" transitionDur="1000">
                      <p166:blipFill xmlns:p166="http://schemas.microsoft.com/office/powerpoint/2016/6/main">
                        <a:blip r:embed="rId11"/>
                        <a:stretch>
                          <a:fillRect/>
                        </a:stretch>
                      </p166:blipFill>
                      <p166:spPr xmlns:p166="http://schemas.microsoft.com/office/powerpoint/2016/6/main">
                        <a:xfrm>
                          <a:off x="0" y="0"/>
                          <a:ext cx="1072923" cy="1302438"/>
                        </a:xfrm>
                        <a:prstGeom prst="rect">
                          <a:avLst/>
                        </a:prstGeom>
                        <a:ln w="3175">
                          <a:solidFill>
                            <a:prstClr val="ltGray"/>
                          </a:solidFill>
                        </a:ln>
                      </p166:spPr>
                    </pslz:zmPr>
                  </pslz:sldZmObj>
                </pslz:sldZm>
              </a:graphicData>
            </a:graphic>
          </p:graphicFrame>
        </mc:Choice>
        <mc:Fallback xmlns="">
          <p:pic>
            <p:nvPicPr>
              <p:cNvPr id="73" name="Slide Zoom 72">
                <a:hlinkClick r:id="rId12" action="ppaction://hlinksldjump"/>
                <a:extLst>
                  <a:ext uri="{FF2B5EF4-FFF2-40B4-BE49-F238E27FC236}">
                    <a16:creationId xmlns:a16="http://schemas.microsoft.com/office/drawing/2014/main" id="{8B97492A-C632-4A23-8440-13DF17CEE710}"/>
                  </a:ext>
                </a:extLst>
              </p:cNvPr>
              <p:cNvPicPr>
                <a:picLocks noGrp="1" noRot="1" noChangeAspect="1" noMove="1" noResize="1" noEditPoints="1" noAdjustHandles="1" noChangeArrowheads="1" noChangeShapeType="1"/>
              </p:cNvPicPr>
              <p:nvPr/>
            </p:nvPicPr>
            <p:blipFill>
              <a:blip r:embed="rId13"/>
              <a:stretch>
                <a:fillRect/>
              </a:stretch>
            </p:blipFill>
            <p:spPr>
              <a:xfrm>
                <a:off x="9864817" y="1217672"/>
                <a:ext cx="1072923" cy="130243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5" name="Slide Zoom 74">
                <a:extLst>
                  <a:ext uri="{FF2B5EF4-FFF2-40B4-BE49-F238E27FC236}">
                    <a16:creationId xmlns:a16="http://schemas.microsoft.com/office/drawing/2014/main" id="{1834059F-0381-4862-B353-BBF01D7330C5}"/>
                  </a:ext>
                </a:extLst>
              </p:cNvPr>
              <p:cNvGraphicFramePr>
                <a:graphicFrameLocks noChangeAspect="1"/>
              </p:cNvGraphicFramePr>
              <p:nvPr/>
            </p:nvGraphicFramePr>
            <p:xfrm>
              <a:off x="8441692" y="2476481"/>
              <a:ext cx="1321861" cy="967759"/>
            </p:xfrm>
            <a:graphic>
              <a:graphicData uri="http://schemas.microsoft.com/office/powerpoint/2016/slidezoom">
                <pslz:sldZm>
                  <pslz:sldZmObj sldId="576" cId="2566259262">
                    <pslz:zmPr id="{81F35EE6-6350-417F-94A8-885E278E8271}" returnToParent="0" transitionDur="1000">
                      <p166:blipFill xmlns:p166="http://schemas.microsoft.com/office/powerpoint/2016/6/main">
                        <a:blip r:embed="rId14"/>
                        <a:stretch>
                          <a:fillRect/>
                        </a:stretch>
                      </p166:blipFill>
                      <p166:spPr xmlns:p166="http://schemas.microsoft.com/office/powerpoint/2016/6/main">
                        <a:xfrm>
                          <a:off x="0" y="0"/>
                          <a:ext cx="1321861" cy="967759"/>
                        </a:xfrm>
                        <a:prstGeom prst="rect">
                          <a:avLst/>
                        </a:prstGeom>
                        <a:ln w="3175">
                          <a:solidFill>
                            <a:prstClr val="ltGray"/>
                          </a:solidFill>
                        </a:ln>
                      </p166:spPr>
                    </pslz:zmPr>
                  </pslz:sldZmObj>
                </pslz:sldZm>
              </a:graphicData>
            </a:graphic>
          </p:graphicFrame>
        </mc:Choice>
        <mc:Fallback xmlns="">
          <p:pic>
            <p:nvPicPr>
              <p:cNvPr id="75" name="Slide Zoom 74">
                <a:hlinkClick r:id="rId15" action="ppaction://hlinksldjump"/>
                <a:extLst>
                  <a:ext uri="{FF2B5EF4-FFF2-40B4-BE49-F238E27FC236}">
                    <a16:creationId xmlns:a16="http://schemas.microsoft.com/office/drawing/2014/main" id="{1834059F-0381-4862-B353-BBF01D7330C5}"/>
                  </a:ext>
                </a:extLst>
              </p:cNvPr>
              <p:cNvPicPr>
                <a:picLocks noGrp="1" noRot="1" noChangeAspect="1" noMove="1" noResize="1" noEditPoints="1" noAdjustHandles="1" noChangeArrowheads="1" noChangeShapeType="1"/>
              </p:cNvPicPr>
              <p:nvPr/>
            </p:nvPicPr>
            <p:blipFill>
              <a:blip r:embed="rId16"/>
              <a:stretch>
                <a:fillRect/>
              </a:stretch>
            </p:blipFill>
            <p:spPr>
              <a:xfrm>
                <a:off x="8441692" y="2476481"/>
                <a:ext cx="1321861" cy="96775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7" name="Slide Zoom 76">
                <a:extLst>
                  <a:ext uri="{FF2B5EF4-FFF2-40B4-BE49-F238E27FC236}">
                    <a16:creationId xmlns:a16="http://schemas.microsoft.com/office/drawing/2014/main" id="{1B1D73E3-4FAE-4088-B8D2-D742BF8FC8CB}"/>
                  </a:ext>
                </a:extLst>
              </p:cNvPr>
              <p:cNvGraphicFramePr>
                <a:graphicFrameLocks noChangeAspect="1"/>
              </p:cNvGraphicFramePr>
              <p:nvPr/>
            </p:nvGraphicFramePr>
            <p:xfrm>
              <a:off x="11002343" y="1283737"/>
              <a:ext cx="927235" cy="967760"/>
            </p:xfrm>
            <a:graphic>
              <a:graphicData uri="http://schemas.microsoft.com/office/powerpoint/2016/slidezoom">
                <pslz:sldZm>
                  <pslz:sldZmObj sldId="578" cId="3294250453">
                    <pslz:zmPr id="{03A26BDF-3AFB-4D2D-BFC9-94860718A9C0}" returnToParent="0" transitionDur="1000">
                      <p166:blipFill xmlns:p166="http://schemas.microsoft.com/office/powerpoint/2016/6/main">
                        <a:blip r:embed="rId17"/>
                        <a:stretch>
                          <a:fillRect/>
                        </a:stretch>
                      </p166:blipFill>
                      <p166:spPr xmlns:p166="http://schemas.microsoft.com/office/powerpoint/2016/6/main">
                        <a:xfrm>
                          <a:off x="0" y="0"/>
                          <a:ext cx="927235" cy="967760"/>
                        </a:xfrm>
                        <a:prstGeom prst="rect">
                          <a:avLst/>
                        </a:prstGeom>
                        <a:ln w="3175">
                          <a:solidFill>
                            <a:prstClr val="ltGray"/>
                          </a:solidFill>
                        </a:ln>
                      </p166:spPr>
                    </pslz:zmPr>
                  </pslz:sldZmObj>
                </pslz:sldZm>
              </a:graphicData>
            </a:graphic>
          </p:graphicFrame>
        </mc:Choice>
        <mc:Fallback xmlns="">
          <p:pic>
            <p:nvPicPr>
              <p:cNvPr id="77" name="Slide Zoom 76">
                <a:hlinkClick r:id="rId18" action="ppaction://hlinksldjump"/>
                <a:extLst>
                  <a:ext uri="{FF2B5EF4-FFF2-40B4-BE49-F238E27FC236}">
                    <a16:creationId xmlns:a16="http://schemas.microsoft.com/office/drawing/2014/main" id="{1B1D73E3-4FAE-4088-B8D2-D742BF8FC8CB}"/>
                  </a:ext>
                </a:extLst>
              </p:cNvPr>
              <p:cNvPicPr>
                <a:picLocks noGrp="1" noRot="1" noChangeAspect="1" noMove="1" noResize="1" noEditPoints="1" noAdjustHandles="1" noChangeArrowheads="1" noChangeShapeType="1"/>
              </p:cNvPicPr>
              <p:nvPr/>
            </p:nvPicPr>
            <p:blipFill>
              <a:blip r:embed="rId19"/>
              <a:stretch>
                <a:fillRect/>
              </a:stretch>
            </p:blipFill>
            <p:spPr>
              <a:xfrm>
                <a:off x="11002343" y="1283737"/>
                <a:ext cx="927235" cy="96776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9" name="Slide Zoom 78">
                <a:extLst>
                  <a:ext uri="{FF2B5EF4-FFF2-40B4-BE49-F238E27FC236}">
                    <a16:creationId xmlns:a16="http://schemas.microsoft.com/office/drawing/2014/main" id="{714ADAAE-21B0-44B3-B10D-0C9CE93D8BFE}"/>
                  </a:ext>
                </a:extLst>
              </p:cNvPr>
              <p:cNvGraphicFramePr>
                <a:graphicFrameLocks noChangeAspect="1"/>
              </p:cNvGraphicFramePr>
              <p:nvPr/>
            </p:nvGraphicFramePr>
            <p:xfrm>
              <a:off x="9718139" y="2492070"/>
              <a:ext cx="1226492" cy="936580"/>
            </p:xfrm>
            <a:graphic>
              <a:graphicData uri="http://schemas.microsoft.com/office/powerpoint/2016/slidezoom">
                <pslz:sldZm>
                  <pslz:sldZmObj sldId="577" cId="4273124299">
                    <pslz:zmPr id="{7CF1E997-7603-4C55-AF0D-5B1644622D1D}" returnToParent="0" transitionDur="1000">
                      <p166:blipFill xmlns:p166="http://schemas.microsoft.com/office/powerpoint/2016/6/main">
                        <a:blip r:embed="rId20"/>
                        <a:stretch>
                          <a:fillRect/>
                        </a:stretch>
                      </p166:blipFill>
                      <p166:spPr xmlns:p166="http://schemas.microsoft.com/office/powerpoint/2016/6/main">
                        <a:xfrm>
                          <a:off x="0" y="0"/>
                          <a:ext cx="1226492" cy="936580"/>
                        </a:xfrm>
                        <a:prstGeom prst="rect">
                          <a:avLst/>
                        </a:prstGeom>
                        <a:ln w="3175">
                          <a:solidFill>
                            <a:prstClr val="ltGray"/>
                          </a:solidFill>
                        </a:ln>
                      </p166:spPr>
                    </pslz:zmPr>
                  </pslz:sldZmObj>
                </pslz:sldZm>
              </a:graphicData>
            </a:graphic>
          </p:graphicFrame>
        </mc:Choice>
        <mc:Fallback xmlns="">
          <p:pic>
            <p:nvPicPr>
              <p:cNvPr id="79" name="Slide Zoom 78">
                <a:hlinkClick r:id="rId21" action="ppaction://hlinksldjump"/>
                <a:extLst>
                  <a:ext uri="{FF2B5EF4-FFF2-40B4-BE49-F238E27FC236}">
                    <a16:creationId xmlns:a16="http://schemas.microsoft.com/office/drawing/2014/main" id="{714ADAAE-21B0-44B3-B10D-0C9CE93D8BFE}"/>
                  </a:ext>
                </a:extLst>
              </p:cNvPr>
              <p:cNvPicPr>
                <a:picLocks noGrp="1" noRot="1" noChangeAspect="1" noMove="1" noResize="1" noEditPoints="1" noAdjustHandles="1" noChangeArrowheads="1" noChangeShapeType="1"/>
              </p:cNvPicPr>
              <p:nvPr/>
            </p:nvPicPr>
            <p:blipFill>
              <a:blip r:embed="rId22"/>
              <a:stretch>
                <a:fillRect/>
              </a:stretch>
            </p:blipFill>
            <p:spPr>
              <a:xfrm>
                <a:off x="9718139" y="2492070"/>
                <a:ext cx="1226492" cy="93658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1" name="Slide Zoom 80">
                <a:extLst>
                  <a:ext uri="{FF2B5EF4-FFF2-40B4-BE49-F238E27FC236}">
                    <a16:creationId xmlns:a16="http://schemas.microsoft.com/office/drawing/2014/main" id="{4ED59FFC-B2E7-4490-A724-0AE4F5107D2A}"/>
                  </a:ext>
                </a:extLst>
              </p:cNvPr>
              <p:cNvGraphicFramePr>
                <a:graphicFrameLocks noChangeAspect="1"/>
              </p:cNvGraphicFramePr>
              <p:nvPr/>
            </p:nvGraphicFramePr>
            <p:xfrm>
              <a:off x="10870140" y="2675247"/>
              <a:ext cx="1321861" cy="768993"/>
            </p:xfrm>
            <a:graphic>
              <a:graphicData uri="http://schemas.microsoft.com/office/powerpoint/2016/slidezoom">
                <pslz:sldZm>
                  <pslz:sldZmObj sldId="580" cId="1745574355">
                    <pslz:zmPr id="{72F6241A-73A5-4A11-970A-CE358A9164A0}" returnToParent="0" transitionDur="1000">
                      <p166:blipFill xmlns:p166="http://schemas.microsoft.com/office/powerpoint/2016/6/main">
                        <a:blip r:embed="rId23"/>
                        <a:stretch>
                          <a:fillRect/>
                        </a:stretch>
                      </p166:blipFill>
                      <p166:spPr xmlns:p166="http://schemas.microsoft.com/office/powerpoint/2016/6/main">
                        <a:xfrm>
                          <a:off x="0" y="0"/>
                          <a:ext cx="1321861" cy="768993"/>
                        </a:xfrm>
                        <a:prstGeom prst="rect">
                          <a:avLst/>
                        </a:prstGeom>
                        <a:ln w="3175">
                          <a:solidFill>
                            <a:prstClr val="ltGray"/>
                          </a:solidFill>
                        </a:ln>
                      </p166:spPr>
                    </pslz:zmPr>
                  </pslz:sldZmObj>
                </pslz:sldZm>
              </a:graphicData>
            </a:graphic>
          </p:graphicFrame>
        </mc:Choice>
        <mc:Fallback xmlns="">
          <p:pic>
            <p:nvPicPr>
              <p:cNvPr id="81" name="Slide Zoom 80">
                <a:hlinkClick r:id="rId24" action="ppaction://hlinksldjump"/>
                <a:extLst>
                  <a:ext uri="{FF2B5EF4-FFF2-40B4-BE49-F238E27FC236}">
                    <a16:creationId xmlns:a16="http://schemas.microsoft.com/office/drawing/2014/main" id="{4ED59FFC-B2E7-4490-A724-0AE4F5107D2A}"/>
                  </a:ext>
                </a:extLst>
              </p:cNvPr>
              <p:cNvPicPr>
                <a:picLocks noGrp="1" noRot="1" noChangeAspect="1" noMove="1" noResize="1" noEditPoints="1" noAdjustHandles="1" noChangeArrowheads="1" noChangeShapeType="1"/>
              </p:cNvPicPr>
              <p:nvPr/>
            </p:nvPicPr>
            <p:blipFill>
              <a:blip r:embed="rId25"/>
              <a:stretch>
                <a:fillRect/>
              </a:stretch>
            </p:blipFill>
            <p:spPr>
              <a:xfrm>
                <a:off x="10870140" y="2675247"/>
                <a:ext cx="1321861" cy="768993"/>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3" name="Slide Zoom 82">
                <a:extLst>
                  <a:ext uri="{FF2B5EF4-FFF2-40B4-BE49-F238E27FC236}">
                    <a16:creationId xmlns:a16="http://schemas.microsoft.com/office/drawing/2014/main" id="{2A245F49-4F36-4A16-BA27-0493595FDBE3}"/>
                  </a:ext>
                </a:extLst>
              </p:cNvPr>
              <p:cNvGraphicFramePr>
                <a:graphicFrameLocks noChangeAspect="1"/>
              </p:cNvGraphicFramePr>
              <p:nvPr/>
            </p:nvGraphicFramePr>
            <p:xfrm>
              <a:off x="9026330" y="3875328"/>
              <a:ext cx="1596029" cy="591149"/>
            </p:xfrm>
            <a:graphic>
              <a:graphicData uri="http://schemas.microsoft.com/office/powerpoint/2016/slidezoom">
                <pslz:sldZm>
                  <pslz:sldZmObj sldId="581" cId="1590976058">
                    <pslz:zmPr id="{56FED30A-8D4A-4765-BB89-0A0B22470CB3}" transitionDur="1000">
                      <p166:blipFill xmlns:p166="http://schemas.microsoft.com/office/powerpoint/2016/6/main">
                        <a:blip r:embed="rId26"/>
                        <a:stretch>
                          <a:fillRect/>
                        </a:stretch>
                      </p166:blipFill>
                      <p166:spPr xmlns:p166="http://schemas.microsoft.com/office/powerpoint/2016/6/main">
                        <a:xfrm>
                          <a:off x="0" y="0"/>
                          <a:ext cx="1596029" cy="591149"/>
                        </a:xfrm>
                        <a:prstGeom prst="rect">
                          <a:avLst/>
                        </a:prstGeom>
                        <a:ln w="3175">
                          <a:solidFill>
                            <a:prstClr val="ltGray"/>
                          </a:solidFill>
                        </a:ln>
                      </p166:spPr>
                    </pslz:zmPr>
                  </pslz:sldZmObj>
                </pslz:sldZm>
              </a:graphicData>
            </a:graphic>
          </p:graphicFrame>
        </mc:Choice>
        <mc:Fallback xmlns="">
          <p:pic>
            <p:nvPicPr>
              <p:cNvPr id="83" name="Slide Zoom 82">
                <a:hlinkClick r:id="rId27" action="ppaction://hlinksldjump"/>
                <a:extLst>
                  <a:ext uri="{FF2B5EF4-FFF2-40B4-BE49-F238E27FC236}">
                    <a16:creationId xmlns:a16="http://schemas.microsoft.com/office/drawing/2014/main" id="{2A245F49-4F36-4A16-BA27-0493595FDBE3}"/>
                  </a:ext>
                </a:extLst>
              </p:cNvPr>
              <p:cNvPicPr>
                <a:picLocks noGrp="1" noRot="1" noChangeAspect="1" noMove="1" noResize="1" noEditPoints="1" noAdjustHandles="1" noChangeArrowheads="1" noChangeShapeType="1"/>
              </p:cNvPicPr>
              <p:nvPr/>
            </p:nvPicPr>
            <p:blipFill>
              <a:blip r:embed="rId28"/>
              <a:stretch>
                <a:fillRect/>
              </a:stretch>
            </p:blipFill>
            <p:spPr>
              <a:xfrm>
                <a:off x="9026330" y="3875328"/>
                <a:ext cx="1596029" cy="59114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5" name="Slide Zoom 84">
                <a:extLst>
                  <a:ext uri="{FF2B5EF4-FFF2-40B4-BE49-F238E27FC236}">
                    <a16:creationId xmlns:a16="http://schemas.microsoft.com/office/drawing/2014/main" id="{1A57E371-4B2B-4A8A-AE10-A0661EEC4D86}"/>
                  </a:ext>
                </a:extLst>
              </p:cNvPr>
              <p:cNvGraphicFramePr>
                <a:graphicFrameLocks noChangeAspect="1"/>
              </p:cNvGraphicFramePr>
              <p:nvPr/>
            </p:nvGraphicFramePr>
            <p:xfrm>
              <a:off x="8768135" y="5117876"/>
              <a:ext cx="2599611" cy="1309372"/>
            </p:xfrm>
            <a:graphic>
              <a:graphicData uri="http://schemas.microsoft.com/office/powerpoint/2016/slidezoom">
                <pslz:sldZm>
                  <pslz:sldZmObj sldId="582" cId="3255980227">
                    <pslz:zmPr id="{F287488E-06FC-446F-BBA8-EDE3DF37B1D6}" returnToParent="0" transitionDur="1000">
                      <p166:blipFill xmlns:p166="http://schemas.microsoft.com/office/powerpoint/2016/6/main">
                        <a:blip r:embed="rId29"/>
                        <a:stretch>
                          <a:fillRect/>
                        </a:stretch>
                      </p166:blipFill>
                      <p166:spPr xmlns:p166="http://schemas.microsoft.com/office/powerpoint/2016/6/main">
                        <a:xfrm>
                          <a:off x="0" y="0"/>
                          <a:ext cx="2599611" cy="1309372"/>
                        </a:xfrm>
                        <a:prstGeom prst="rect">
                          <a:avLst/>
                        </a:prstGeom>
                        <a:ln w="3175">
                          <a:solidFill>
                            <a:prstClr val="ltGray"/>
                          </a:solidFill>
                        </a:ln>
                      </p166:spPr>
                    </pslz:zmPr>
                  </pslz:sldZmObj>
                </pslz:sldZm>
              </a:graphicData>
            </a:graphic>
          </p:graphicFrame>
        </mc:Choice>
        <mc:Fallback xmlns="">
          <p:pic>
            <p:nvPicPr>
              <p:cNvPr id="85" name="Slide Zoom 84">
                <a:hlinkClick r:id="rId30" action="ppaction://hlinksldjump"/>
                <a:extLst>
                  <a:ext uri="{FF2B5EF4-FFF2-40B4-BE49-F238E27FC236}">
                    <a16:creationId xmlns:a16="http://schemas.microsoft.com/office/drawing/2014/main" id="{1A57E371-4B2B-4A8A-AE10-A0661EEC4D86}"/>
                  </a:ext>
                </a:extLst>
              </p:cNvPr>
              <p:cNvPicPr>
                <a:picLocks noGrp="1" noRot="1" noChangeAspect="1" noMove="1" noResize="1" noEditPoints="1" noAdjustHandles="1" noChangeArrowheads="1" noChangeShapeType="1"/>
              </p:cNvPicPr>
              <p:nvPr/>
            </p:nvPicPr>
            <p:blipFill>
              <a:blip r:embed="rId31"/>
              <a:stretch>
                <a:fillRect/>
              </a:stretch>
            </p:blipFill>
            <p:spPr>
              <a:xfrm>
                <a:off x="8768135" y="5117876"/>
                <a:ext cx="2599611" cy="1309372"/>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1" name="Slide Zoom 60">
                <a:extLst>
                  <a:ext uri="{FF2B5EF4-FFF2-40B4-BE49-F238E27FC236}">
                    <a16:creationId xmlns:a16="http://schemas.microsoft.com/office/drawing/2014/main" id="{E1B164C9-8C21-40B7-A180-DA338CD2EC5C}"/>
                  </a:ext>
                </a:extLst>
              </p:cNvPr>
              <p:cNvGraphicFramePr>
                <a:graphicFrameLocks noChangeAspect="1"/>
              </p:cNvGraphicFramePr>
              <p:nvPr/>
            </p:nvGraphicFramePr>
            <p:xfrm>
              <a:off x="2246852" y="1192294"/>
              <a:ext cx="1977663" cy="1112435"/>
            </p:xfrm>
            <a:graphic>
              <a:graphicData uri="http://schemas.microsoft.com/office/powerpoint/2016/slidezoom">
                <pslz:sldZm>
                  <pslz:sldZmObj sldId="273" cId="1134924584">
                    <pslz:zmPr id="{72C769A8-6C23-495B-9BB9-8C6B886A4247}" transitionDur="1000">
                      <p166:blipFill xmlns:p166="http://schemas.microsoft.com/office/powerpoint/2016/6/main">
                        <a:blip r:embed="rId32"/>
                        <a:stretch>
                          <a:fillRect/>
                        </a:stretch>
                      </p166:blipFill>
                      <p166:spPr xmlns:p166="http://schemas.microsoft.com/office/powerpoint/2016/6/main">
                        <a:xfrm>
                          <a:off x="0" y="0"/>
                          <a:ext cx="1977663" cy="1112435"/>
                        </a:xfrm>
                        <a:prstGeom prst="rect">
                          <a:avLst/>
                        </a:prstGeom>
                        <a:ln w="3175">
                          <a:solidFill>
                            <a:prstClr val="ltGray"/>
                          </a:solidFill>
                        </a:ln>
                      </p166:spPr>
                    </pslz:zmPr>
                  </pslz:sldZmObj>
                </pslz:sldZm>
              </a:graphicData>
            </a:graphic>
          </p:graphicFrame>
        </mc:Choice>
        <mc:Fallback xmlns="">
          <p:pic>
            <p:nvPicPr>
              <p:cNvPr id="61" name="Slide Zoom 60">
                <a:hlinkClick r:id="rId33" action="ppaction://hlinksldjump"/>
                <a:extLst>
                  <a:ext uri="{FF2B5EF4-FFF2-40B4-BE49-F238E27FC236}">
                    <a16:creationId xmlns:a16="http://schemas.microsoft.com/office/drawing/2014/main" id="{E1B164C9-8C21-40B7-A180-DA338CD2EC5C}"/>
                  </a:ext>
                </a:extLst>
              </p:cNvPr>
              <p:cNvPicPr>
                <a:picLocks noGrp="1" noRot="1" noChangeAspect="1" noMove="1" noResize="1" noEditPoints="1" noAdjustHandles="1" noChangeArrowheads="1" noChangeShapeType="1"/>
              </p:cNvPicPr>
              <p:nvPr/>
            </p:nvPicPr>
            <p:blipFill>
              <a:blip r:embed="rId34"/>
              <a:stretch>
                <a:fillRect/>
              </a:stretch>
            </p:blipFill>
            <p:spPr>
              <a:xfrm>
                <a:off x="2246852" y="1192294"/>
                <a:ext cx="1977663" cy="1112435"/>
              </a:xfrm>
              <a:prstGeom prst="rect">
                <a:avLst/>
              </a:prstGeom>
              <a:ln w="3175">
                <a:solidFill>
                  <a:prstClr val="ltGray"/>
                </a:solidFill>
              </a:ln>
            </p:spPr>
          </p:pic>
        </mc:Fallback>
      </mc:AlternateContent>
      <p:sp>
        <p:nvSpPr>
          <p:cNvPr id="2" name="Flowchart: Connector 1">
            <a:extLst>
              <a:ext uri="{FF2B5EF4-FFF2-40B4-BE49-F238E27FC236}">
                <a16:creationId xmlns:a16="http://schemas.microsoft.com/office/drawing/2014/main" id="{BF7A18C4-85B8-4705-B522-AC6A729BF152}"/>
              </a:ext>
            </a:extLst>
          </p:cNvPr>
          <p:cNvSpPr/>
          <p:nvPr/>
        </p:nvSpPr>
        <p:spPr>
          <a:xfrm>
            <a:off x="3723291" y="1854200"/>
            <a:ext cx="4740219" cy="4573049"/>
          </a:xfrm>
          <a:prstGeom prst="flowChartConnector">
            <a:avLst/>
          </a:prstGeom>
          <a:solidFill>
            <a:srgbClr val="FFFFFF"/>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dirty="0"/>
          </a:p>
        </p:txBody>
      </p:sp>
      <p:sp>
        <p:nvSpPr>
          <p:cNvPr id="16" name="Flowchart: Connector 15">
            <a:extLst>
              <a:ext uri="{FF2B5EF4-FFF2-40B4-BE49-F238E27FC236}">
                <a16:creationId xmlns:a16="http://schemas.microsoft.com/office/drawing/2014/main" id="{561A63B2-E3B3-4022-AA78-08159DAB0AED}"/>
              </a:ext>
            </a:extLst>
          </p:cNvPr>
          <p:cNvSpPr/>
          <p:nvPr/>
        </p:nvSpPr>
        <p:spPr>
          <a:xfrm>
            <a:off x="3607972" y="1727887"/>
            <a:ext cx="4926428" cy="4749113"/>
          </a:xfrm>
          <a:prstGeom prst="flowChartConnector">
            <a:avLst/>
          </a:prstGeom>
          <a:noFill/>
          <a:ln w="12700">
            <a:solidFill>
              <a:schemeClr val="tx1">
                <a:lumMod val="65000"/>
                <a:lumOff val="3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mc:AlternateContent xmlns:mc="http://schemas.openxmlformats.org/markup-compatibility/2006" xmlns:pslz="http://schemas.microsoft.com/office/powerpoint/2016/slidezoom">
        <mc:Choice Requires="pslz">
          <p:graphicFrame>
            <p:nvGraphicFramePr>
              <p:cNvPr id="69" name="Slide Zoom 68">
                <a:extLst>
                  <a:ext uri="{FF2B5EF4-FFF2-40B4-BE49-F238E27FC236}">
                    <a16:creationId xmlns:a16="http://schemas.microsoft.com/office/drawing/2014/main" id="{F8F10C2F-FD69-4311-8D06-DF59B5F353EA}"/>
                  </a:ext>
                </a:extLst>
              </p:cNvPr>
              <p:cNvGraphicFramePr>
                <a:graphicFrameLocks noChangeAspect="1"/>
              </p:cNvGraphicFramePr>
              <p:nvPr/>
            </p:nvGraphicFramePr>
            <p:xfrm>
              <a:off x="2164136" y="4466478"/>
              <a:ext cx="1778171" cy="1112435"/>
            </p:xfrm>
            <a:graphic>
              <a:graphicData uri="http://schemas.microsoft.com/office/powerpoint/2016/slidezoom">
                <pslz:sldZm>
                  <pslz:sldZmObj sldId="570" cId="2857829996">
                    <pslz:zmPr id="{1E824D4E-D84A-43B3-A82C-1DF5C4343185}" returnToParent="0" transitionDur="1000">
                      <p166:blipFill xmlns:p166="http://schemas.microsoft.com/office/powerpoint/2016/6/main">
                        <a:blip r:embed="rId35"/>
                        <a:stretch>
                          <a:fillRect/>
                        </a:stretch>
                      </p166:blipFill>
                      <p166:spPr xmlns:p166="http://schemas.microsoft.com/office/powerpoint/2016/6/main">
                        <a:xfrm>
                          <a:off x="0" y="0"/>
                          <a:ext cx="1778171" cy="1112435"/>
                        </a:xfrm>
                        <a:prstGeom prst="rect">
                          <a:avLst/>
                        </a:prstGeom>
                        <a:ln w="3175">
                          <a:solidFill>
                            <a:prstClr val="ltGray"/>
                          </a:solidFill>
                        </a:ln>
                      </p166:spPr>
                    </pslz:zmPr>
                  </pslz:sldZmObj>
                </pslz:sldZm>
              </a:graphicData>
            </a:graphic>
          </p:graphicFrame>
        </mc:Choice>
        <mc:Fallback xmlns="">
          <p:pic>
            <p:nvPicPr>
              <p:cNvPr id="69" name="Slide Zoom 68">
                <a:hlinkClick r:id="rId36" action="ppaction://hlinksldjump"/>
                <a:extLst>
                  <a:ext uri="{FF2B5EF4-FFF2-40B4-BE49-F238E27FC236}">
                    <a16:creationId xmlns:a16="http://schemas.microsoft.com/office/drawing/2014/main" id="{F8F10C2F-FD69-4311-8D06-DF59B5F353EA}"/>
                  </a:ext>
                </a:extLst>
              </p:cNvPr>
              <p:cNvPicPr>
                <a:picLocks noGrp="1" noRot="1" noChangeAspect="1" noMove="1" noResize="1" noEditPoints="1" noAdjustHandles="1" noChangeArrowheads="1" noChangeShapeType="1"/>
              </p:cNvPicPr>
              <p:nvPr/>
            </p:nvPicPr>
            <p:blipFill>
              <a:blip r:embed="rId37"/>
              <a:stretch>
                <a:fillRect/>
              </a:stretch>
            </p:blipFill>
            <p:spPr>
              <a:xfrm>
                <a:off x="2164136" y="4466478"/>
                <a:ext cx="1778171" cy="1112435"/>
              </a:xfrm>
              <a:prstGeom prst="rect">
                <a:avLst/>
              </a:prstGeom>
              <a:ln w="3175">
                <a:solidFill>
                  <a:prstClr val="ltGray"/>
                </a:solidFill>
              </a:ln>
            </p:spPr>
          </p:pic>
        </mc:Fallback>
      </mc:AlternateContent>
      <p:grpSp>
        <p:nvGrpSpPr>
          <p:cNvPr id="6" name="introduction">
            <a:extLst>
              <a:ext uri="{FF2B5EF4-FFF2-40B4-BE49-F238E27FC236}">
                <a16:creationId xmlns:a16="http://schemas.microsoft.com/office/drawing/2014/main" id="{4CB34971-46A0-4210-A940-07F56CC869A8}"/>
              </a:ext>
            </a:extLst>
          </p:cNvPr>
          <p:cNvGrpSpPr/>
          <p:nvPr/>
        </p:nvGrpSpPr>
        <p:grpSpPr>
          <a:xfrm>
            <a:off x="3833665" y="1993215"/>
            <a:ext cx="4260865" cy="3867233"/>
            <a:chOff x="6400800" y="4016489"/>
            <a:chExt cx="3951811" cy="2951583"/>
          </a:xfrm>
        </p:grpSpPr>
        <p:sp>
          <p:nvSpPr>
            <p:cNvPr id="3" name="Partial Circle 2">
              <a:extLst>
                <a:ext uri="{FF2B5EF4-FFF2-40B4-BE49-F238E27FC236}">
                  <a16:creationId xmlns:a16="http://schemas.microsoft.com/office/drawing/2014/main" id="{BDFA417E-6449-44DB-B567-D0C3A06EF1AD}"/>
                </a:ext>
              </a:extLst>
            </p:cNvPr>
            <p:cNvSpPr/>
            <p:nvPr/>
          </p:nvSpPr>
          <p:spPr>
            <a:xfrm>
              <a:off x="6400800" y="4016489"/>
              <a:ext cx="3951811" cy="2951583"/>
            </a:xfrm>
            <a:prstGeom prst="pie">
              <a:avLst>
                <a:gd name="adj1" fmla="val 10800000"/>
                <a:gd name="adj2" fmla="val 16200000"/>
              </a:avLst>
            </a:prstGeom>
            <a:solidFill>
              <a:srgbClr val="C00000">
                <a:alpha val="20000"/>
              </a:srgbClr>
            </a:solidFill>
            <a:ln>
              <a:solidFill>
                <a:srgbClr val="C0000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dirty="0">
                <a:solidFill>
                  <a:schemeClr val="tx1"/>
                </a:solidFill>
              </a:endParaRPr>
            </a:p>
          </p:txBody>
        </p:sp>
        <p:sp>
          <p:nvSpPr>
            <p:cNvPr id="21" name="TextBox 20">
              <a:extLst>
                <a:ext uri="{FF2B5EF4-FFF2-40B4-BE49-F238E27FC236}">
                  <a16:creationId xmlns:a16="http://schemas.microsoft.com/office/drawing/2014/main" id="{4463509F-21B8-430B-8F76-93629E902B1F}"/>
                </a:ext>
              </a:extLst>
            </p:cNvPr>
            <p:cNvSpPr txBox="1"/>
            <p:nvPr/>
          </p:nvSpPr>
          <p:spPr>
            <a:xfrm>
              <a:off x="6660001" y="4805452"/>
              <a:ext cx="1752219" cy="469808"/>
            </a:xfrm>
            <a:prstGeom prst="rect">
              <a:avLst/>
            </a:prstGeom>
            <a:noFill/>
          </p:spPr>
          <p:txBody>
            <a:bodyPr wrap="square" rtlCol="0">
              <a:spAutoFit/>
            </a:bodyPr>
            <a:lstStyle/>
            <a:p>
              <a:r>
                <a:rPr lang="fr-FR" sz="2000" b="1" dirty="0">
                  <a:solidFill>
                    <a:srgbClr val="470000"/>
                  </a:solidFill>
                  <a:latin typeface="Monotype Corsiva" panose="03010101010201010101" pitchFamily="66" charset="0"/>
                  <a:cs typeface="Times New Roman" panose="02020603050405020304" pitchFamily="18" charset="0"/>
                </a:rPr>
                <a:t> </a:t>
              </a:r>
              <a:r>
                <a:rPr lang="fr-FR" b="1" dirty="0">
                  <a:solidFill>
                    <a:srgbClr val="470000"/>
                  </a:solidFill>
                  <a:latin typeface="Monotype Corsiva" panose="03010101010201010101" pitchFamily="66" charset="0"/>
                  <a:cs typeface="Times New Roman" panose="02020603050405020304" pitchFamily="18" charset="0"/>
                </a:rPr>
                <a:t>INTRODUCTION</a:t>
              </a:r>
              <a:endParaRPr lang="fr-FR" sz="1400" b="1" dirty="0">
                <a:solidFill>
                  <a:srgbClr val="470000"/>
                </a:solidFill>
                <a:latin typeface="Monotype Corsiva" panose="03010101010201010101" pitchFamily="66" charset="0"/>
                <a:cs typeface="Times New Roman" panose="02020603050405020304" pitchFamily="18" charset="0"/>
              </a:endParaRPr>
            </a:p>
            <a:p>
              <a:endParaRPr lang="en-US" sz="1400" b="1" dirty="0">
                <a:solidFill>
                  <a:srgbClr val="470000"/>
                </a:solidFill>
                <a:latin typeface="Monotype Corsiva" panose="03010101010201010101" pitchFamily="66" charset="0"/>
                <a:cs typeface="Times New Roman" panose="02020603050405020304" pitchFamily="18" charset="0"/>
              </a:endParaRPr>
            </a:p>
          </p:txBody>
        </p:sp>
      </p:grpSp>
      <p:grpSp>
        <p:nvGrpSpPr>
          <p:cNvPr id="9" name="methodologie">
            <a:extLst>
              <a:ext uri="{FF2B5EF4-FFF2-40B4-BE49-F238E27FC236}">
                <a16:creationId xmlns:a16="http://schemas.microsoft.com/office/drawing/2014/main" id="{DDC019C9-30DC-4441-BCD5-AC0C606A50B5}"/>
              </a:ext>
            </a:extLst>
          </p:cNvPr>
          <p:cNvGrpSpPr/>
          <p:nvPr/>
        </p:nvGrpSpPr>
        <p:grpSpPr>
          <a:xfrm>
            <a:off x="3833665" y="1854200"/>
            <a:ext cx="4353367" cy="4400695"/>
            <a:chOff x="6584820" y="3608948"/>
            <a:chExt cx="3884282" cy="3480996"/>
          </a:xfrm>
        </p:grpSpPr>
        <p:sp>
          <p:nvSpPr>
            <p:cNvPr id="19" name="Partial Circle 18">
              <a:extLst>
                <a:ext uri="{FF2B5EF4-FFF2-40B4-BE49-F238E27FC236}">
                  <a16:creationId xmlns:a16="http://schemas.microsoft.com/office/drawing/2014/main" id="{D282D335-B9E0-4C64-9C38-47BAB82349E2}"/>
                </a:ext>
              </a:extLst>
            </p:cNvPr>
            <p:cNvSpPr/>
            <p:nvPr/>
          </p:nvSpPr>
          <p:spPr>
            <a:xfrm rot="16200000">
              <a:off x="6786463" y="3407305"/>
              <a:ext cx="3480996" cy="3884282"/>
            </a:xfrm>
            <a:prstGeom prst="pie">
              <a:avLst>
                <a:gd name="adj1" fmla="val 10800000"/>
                <a:gd name="adj2" fmla="val 16200000"/>
              </a:avLst>
            </a:prstGeom>
            <a:solidFill>
              <a:srgbClr val="FFC000">
                <a:alpha val="20000"/>
              </a:srgbClr>
            </a:solidFill>
            <a:ln>
              <a:solidFill>
                <a:srgbClr val="C0000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solidFill>
                  <a:schemeClr val="tx1"/>
                </a:solidFill>
              </a:endParaRPr>
            </a:p>
          </p:txBody>
        </p:sp>
        <p:sp>
          <p:nvSpPr>
            <p:cNvPr id="22" name="TextBox 21">
              <a:extLst>
                <a:ext uri="{FF2B5EF4-FFF2-40B4-BE49-F238E27FC236}">
                  <a16:creationId xmlns:a16="http://schemas.microsoft.com/office/drawing/2014/main" id="{4377C40F-EA08-4E04-B492-D321367DC049}"/>
                </a:ext>
              </a:extLst>
            </p:cNvPr>
            <p:cNvSpPr txBox="1"/>
            <p:nvPr/>
          </p:nvSpPr>
          <p:spPr>
            <a:xfrm>
              <a:off x="6949070" y="5750079"/>
              <a:ext cx="1753686" cy="730364"/>
            </a:xfrm>
            <a:prstGeom prst="rect">
              <a:avLst/>
            </a:prstGeom>
            <a:noFill/>
          </p:spPr>
          <p:txBody>
            <a:bodyPr wrap="square" rtlCol="0">
              <a:spAutoFit/>
            </a:bodyPr>
            <a:lstStyle/>
            <a:p>
              <a:r>
                <a:rPr lang="fr-FR" b="1" dirty="0">
                  <a:solidFill>
                    <a:srgbClr val="470000"/>
                  </a:solidFill>
                  <a:latin typeface="Monotype Corsiva" panose="03010101010201010101" pitchFamily="66" charset="0"/>
                  <a:cs typeface="Times New Roman" panose="02020603050405020304" pitchFamily="18" charset="0"/>
                </a:rPr>
                <a:t>DESCRIPTION DES DONNÉES</a:t>
              </a:r>
              <a:endParaRPr lang="en-US" dirty="0">
                <a:solidFill>
                  <a:srgbClr val="470000"/>
                </a:solidFill>
                <a:latin typeface="Monotype Corsiva" panose="03010101010201010101" pitchFamily="66" charset="0"/>
              </a:endParaRPr>
            </a:p>
            <a:p>
              <a:r>
                <a:rPr lang="fr-FR" b="1" dirty="0">
                  <a:solidFill>
                    <a:srgbClr val="470000"/>
                  </a:solidFill>
                  <a:latin typeface="Monotype Corsiva" panose="03010101010201010101" pitchFamily="66" charset="0"/>
                  <a:cs typeface="Times New Roman" panose="02020603050405020304" pitchFamily="18" charset="0"/>
                </a:rPr>
                <a:t> </a:t>
              </a:r>
              <a:endParaRPr lang="en-US" b="1" dirty="0">
                <a:solidFill>
                  <a:srgbClr val="470000"/>
                </a:solidFill>
                <a:latin typeface="Monotype Corsiva" panose="03010101010201010101" pitchFamily="66" charset="0"/>
                <a:cs typeface="Times New Roman" panose="02020603050405020304" pitchFamily="18" charset="0"/>
              </a:endParaRPr>
            </a:p>
          </p:txBody>
        </p:sp>
      </p:grpSp>
      <p:grpSp>
        <p:nvGrpSpPr>
          <p:cNvPr id="7" name="resultat">
            <a:extLst>
              <a:ext uri="{FF2B5EF4-FFF2-40B4-BE49-F238E27FC236}">
                <a16:creationId xmlns:a16="http://schemas.microsoft.com/office/drawing/2014/main" id="{77CFB242-29DB-49CC-AB26-6DCD74439CA7}"/>
              </a:ext>
            </a:extLst>
          </p:cNvPr>
          <p:cNvGrpSpPr/>
          <p:nvPr/>
        </p:nvGrpSpPr>
        <p:grpSpPr>
          <a:xfrm>
            <a:off x="4013198" y="2013997"/>
            <a:ext cx="4232953" cy="3867233"/>
            <a:chOff x="7553512" y="3936508"/>
            <a:chExt cx="3010368" cy="2922904"/>
          </a:xfrm>
        </p:grpSpPr>
        <p:sp>
          <p:nvSpPr>
            <p:cNvPr id="18" name="Partial Circle 17">
              <a:extLst>
                <a:ext uri="{FF2B5EF4-FFF2-40B4-BE49-F238E27FC236}">
                  <a16:creationId xmlns:a16="http://schemas.microsoft.com/office/drawing/2014/main" id="{12250D10-EA08-4321-AFE2-543587D77790}"/>
                </a:ext>
              </a:extLst>
            </p:cNvPr>
            <p:cNvSpPr/>
            <p:nvPr/>
          </p:nvSpPr>
          <p:spPr>
            <a:xfrm rot="5400000">
              <a:off x="7597244" y="3892776"/>
              <a:ext cx="2922904" cy="3010368"/>
            </a:xfrm>
            <a:prstGeom prst="pie">
              <a:avLst>
                <a:gd name="adj1" fmla="val 10800000"/>
                <a:gd name="adj2" fmla="val 16164940"/>
              </a:avLst>
            </a:prstGeom>
            <a:solidFill>
              <a:srgbClr val="00B0F0">
                <a:alpha val="20000"/>
              </a:srgbClr>
            </a:solidFill>
            <a:ln>
              <a:solidFill>
                <a:schemeClr val="accent5"/>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dirty="0">
                <a:solidFill>
                  <a:schemeClr val="tx1"/>
                </a:solidFill>
              </a:endParaRPr>
            </a:p>
          </p:txBody>
        </p:sp>
        <p:sp>
          <p:nvSpPr>
            <p:cNvPr id="24" name="TextBox 23">
              <a:extLst>
                <a:ext uri="{FF2B5EF4-FFF2-40B4-BE49-F238E27FC236}">
                  <a16:creationId xmlns:a16="http://schemas.microsoft.com/office/drawing/2014/main" id="{2A13766A-6351-4A83-AEC8-5582BA3FAE64}"/>
                </a:ext>
              </a:extLst>
            </p:cNvPr>
            <p:cNvSpPr txBox="1"/>
            <p:nvPr/>
          </p:nvSpPr>
          <p:spPr>
            <a:xfrm>
              <a:off x="9200893" y="4709502"/>
              <a:ext cx="1024318" cy="418719"/>
            </a:xfrm>
            <a:prstGeom prst="rect">
              <a:avLst/>
            </a:prstGeom>
            <a:noFill/>
          </p:spPr>
          <p:txBody>
            <a:bodyPr wrap="square" rtlCol="0">
              <a:spAutoFit/>
            </a:bodyPr>
            <a:lstStyle/>
            <a:p>
              <a:r>
                <a:rPr lang="fr-FR" sz="1333" b="1" dirty="0">
                  <a:solidFill>
                    <a:srgbClr val="470000"/>
                  </a:solidFill>
                  <a:latin typeface="Times New Roman" panose="02020603050405020304" pitchFamily="18" charset="0"/>
                  <a:cs typeface="Times New Roman" panose="02020603050405020304" pitchFamily="18" charset="0"/>
                </a:rPr>
                <a:t> </a:t>
              </a:r>
              <a:r>
                <a:rPr lang="fr-FR" b="1" dirty="0">
                  <a:solidFill>
                    <a:srgbClr val="470000"/>
                  </a:solidFill>
                  <a:latin typeface="Monotype Corsiva" panose="03010101010201010101" pitchFamily="66" charset="0"/>
                  <a:cs typeface="Times New Roman" panose="02020603050405020304" pitchFamily="18" charset="0"/>
                </a:rPr>
                <a:t>RESULTATS</a:t>
              </a:r>
              <a:endParaRPr lang="en-US" sz="1333" b="1" dirty="0">
                <a:solidFill>
                  <a:srgbClr val="470000"/>
                </a:solidFill>
                <a:latin typeface="Monotype Corsiva" panose="03010101010201010101" pitchFamily="66" charset="0"/>
                <a:cs typeface="Times New Roman" panose="02020603050405020304" pitchFamily="18" charset="0"/>
              </a:endParaRPr>
            </a:p>
            <a:p>
              <a:endParaRPr lang="en-US" sz="1200" b="1" dirty="0">
                <a:solidFill>
                  <a:srgbClr val="470000"/>
                </a:solidFill>
                <a:latin typeface="Times New Roman" panose="02020603050405020304" pitchFamily="18" charset="0"/>
                <a:cs typeface="Times New Roman" panose="02020603050405020304" pitchFamily="18" charset="0"/>
              </a:endParaRPr>
            </a:p>
          </p:txBody>
        </p:sp>
      </p:grpSp>
      <p:grpSp>
        <p:nvGrpSpPr>
          <p:cNvPr id="32" name="conclusion">
            <a:extLst>
              <a:ext uri="{FF2B5EF4-FFF2-40B4-BE49-F238E27FC236}">
                <a16:creationId xmlns:a16="http://schemas.microsoft.com/office/drawing/2014/main" id="{4520E74A-859A-4FB0-9376-93EC117A056D}"/>
              </a:ext>
            </a:extLst>
          </p:cNvPr>
          <p:cNvGrpSpPr/>
          <p:nvPr/>
        </p:nvGrpSpPr>
        <p:grpSpPr>
          <a:xfrm>
            <a:off x="3981108" y="1854200"/>
            <a:ext cx="4318221" cy="4367521"/>
            <a:chOff x="5971663" y="2781299"/>
            <a:chExt cx="6296534" cy="6477001"/>
          </a:xfrm>
        </p:grpSpPr>
        <p:sp>
          <p:nvSpPr>
            <p:cNvPr id="20" name="Partial Circle 19">
              <a:extLst>
                <a:ext uri="{FF2B5EF4-FFF2-40B4-BE49-F238E27FC236}">
                  <a16:creationId xmlns:a16="http://schemas.microsoft.com/office/drawing/2014/main" id="{706BD3E1-6B41-489D-B80C-A73216C80C09}"/>
                </a:ext>
              </a:extLst>
            </p:cNvPr>
            <p:cNvSpPr/>
            <p:nvPr/>
          </p:nvSpPr>
          <p:spPr>
            <a:xfrm rot="10800000">
              <a:off x="5971663" y="2781299"/>
              <a:ext cx="6296534" cy="6477001"/>
            </a:xfrm>
            <a:prstGeom prst="pie">
              <a:avLst>
                <a:gd name="adj1" fmla="val 10800000"/>
                <a:gd name="adj2" fmla="val 16200000"/>
              </a:avLst>
            </a:prstGeom>
            <a:solidFill>
              <a:schemeClr val="accent3">
                <a:alpha val="20000"/>
              </a:schemeClr>
            </a:solidFill>
            <a:ln>
              <a:solidFill>
                <a:schemeClr val="accent3"/>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solidFill>
                  <a:schemeClr val="tx1"/>
                </a:solidFill>
              </a:endParaRPr>
            </a:p>
          </p:txBody>
        </p:sp>
        <p:sp>
          <p:nvSpPr>
            <p:cNvPr id="25" name="TextBox 24">
              <a:extLst>
                <a:ext uri="{FF2B5EF4-FFF2-40B4-BE49-F238E27FC236}">
                  <a16:creationId xmlns:a16="http://schemas.microsoft.com/office/drawing/2014/main" id="{E423945A-E5EB-423F-A25A-A4121B1FA49D}"/>
                </a:ext>
              </a:extLst>
            </p:cNvPr>
            <p:cNvSpPr txBox="1"/>
            <p:nvPr/>
          </p:nvSpPr>
          <p:spPr>
            <a:xfrm>
              <a:off x="9097608" y="6950210"/>
              <a:ext cx="3142040" cy="547717"/>
            </a:xfrm>
            <a:prstGeom prst="rect">
              <a:avLst/>
            </a:prstGeom>
            <a:noFill/>
          </p:spPr>
          <p:txBody>
            <a:bodyPr wrap="square">
              <a:spAutoFit/>
            </a:bodyPr>
            <a:lstStyle/>
            <a:p>
              <a:r>
                <a:rPr lang="fr-FR" b="1" dirty="0">
                  <a:solidFill>
                    <a:srgbClr val="470000"/>
                  </a:solidFill>
                  <a:latin typeface="Monotype Corsiva" panose="03010101010201010101" pitchFamily="66" charset="0"/>
                  <a:cs typeface="Times New Roman" panose="02020603050405020304" pitchFamily="18" charset="0"/>
                </a:rPr>
                <a:t>CONCLUSION ET</a:t>
              </a:r>
              <a:endParaRPr lang="en-US" b="1" dirty="0">
                <a:solidFill>
                  <a:srgbClr val="470000"/>
                </a:solidFill>
                <a:latin typeface="Monotype Corsiva" panose="03010101010201010101" pitchFamily="66" charset="0"/>
                <a:cs typeface="Times New Roman" panose="02020603050405020304" pitchFamily="18" charset="0"/>
              </a:endParaRPr>
            </a:p>
          </p:txBody>
        </p:sp>
      </p:grpSp>
      <p:sp>
        <p:nvSpPr>
          <p:cNvPr id="30" name="Freeform 3">
            <a:extLst>
              <a:ext uri="{FF2B5EF4-FFF2-40B4-BE49-F238E27FC236}">
                <a16:creationId xmlns:a16="http://schemas.microsoft.com/office/drawing/2014/main" id="{5F7839F7-AE32-46DB-AC24-DCA96770B218}"/>
              </a:ext>
            </a:extLst>
          </p:cNvPr>
          <p:cNvSpPr/>
          <p:nvPr/>
        </p:nvSpPr>
        <p:spPr>
          <a:xfrm rot="16200000">
            <a:off x="-14420" y="7218"/>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sp>
      <p:sp>
        <p:nvSpPr>
          <p:cNvPr id="31" name="Freeform 2">
            <a:extLst>
              <a:ext uri="{FF2B5EF4-FFF2-40B4-BE49-F238E27FC236}">
                <a16:creationId xmlns:a16="http://schemas.microsoft.com/office/drawing/2014/main" id="{EA17F973-AC77-4B35-BAF9-80A375B3BEE7}"/>
              </a:ext>
            </a:extLst>
          </p:cNvPr>
          <p:cNvSpPr/>
          <p:nvPr/>
        </p:nvSpPr>
        <p:spPr>
          <a:xfrm>
            <a:off x="10793526" y="7218"/>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sp>
      <p:sp>
        <p:nvSpPr>
          <p:cNvPr id="33" name="Freeform 4">
            <a:extLst>
              <a:ext uri="{FF2B5EF4-FFF2-40B4-BE49-F238E27FC236}">
                <a16:creationId xmlns:a16="http://schemas.microsoft.com/office/drawing/2014/main" id="{BF93DC08-CCB1-44C7-941E-EEE2EB695FC3}"/>
              </a:ext>
            </a:extLst>
          </p:cNvPr>
          <p:cNvSpPr/>
          <p:nvPr/>
        </p:nvSpPr>
        <p:spPr>
          <a:xfrm rot="5400000">
            <a:off x="10735070" y="541235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sp>
      <p:sp>
        <p:nvSpPr>
          <p:cNvPr id="34" name="Freeform 5">
            <a:extLst>
              <a:ext uri="{FF2B5EF4-FFF2-40B4-BE49-F238E27FC236}">
                <a16:creationId xmlns:a16="http://schemas.microsoft.com/office/drawing/2014/main" id="{CF49F466-6578-4470-B224-B28FF878EBF9}"/>
              </a:ext>
            </a:extLst>
          </p:cNvPr>
          <p:cNvSpPr/>
          <p:nvPr/>
        </p:nvSpPr>
        <p:spPr>
          <a:xfrm rot="10800000">
            <a:off x="-4089" y="540106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sp>
      <p:sp>
        <p:nvSpPr>
          <p:cNvPr id="35" name="AutoShape 6">
            <a:extLst>
              <a:ext uri="{FF2B5EF4-FFF2-40B4-BE49-F238E27FC236}">
                <a16:creationId xmlns:a16="http://schemas.microsoft.com/office/drawing/2014/main" id="{C3C8D050-224B-4F85-A54A-8D90006BA540}"/>
              </a:ext>
            </a:extLst>
          </p:cNvPr>
          <p:cNvSpPr/>
          <p:nvPr/>
        </p:nvSpPr>
        <p:spPr>
          <a:xfrm>
            <a:off x="2212236" y="6789773"/>
            <a:ext cx="7767529" cy="0"/>
          </a:xfrm>
          <a:prstGeom prst="line">
            <a:avLst/>
          </a:prstGeom>
          <a:ln w="28575" cap="flat">
            <a:solidFill>
              <a:srgbClr val="DDB974"/>
            </a:solidFill>
            <a:prstDash val="solid"/>
            <a:headEnd type="none" w="sm" len="sm"/>
            <a:tailEnd type="none" w="sm" len="sm"/>
          </a:ln>
        </p:spPr>
      </p:sp>
      <p:sp>
        <p:nvSpPr>
          <p:cNvPr id="36" name="AutoShape 5">
            <a:extLst>
              <a:ext uri="{FF2B5EF4-FFF2-40B4-BE49-F238E27FC236}">
                <a16:creationId xmlns:a16="http://schemas.microsoft.com/office/drawing/2014/main" id="{6DEDC02F-C093-4DC0-9AA2-33A213B2A24A}"/>
              </a:ext>
            </a:extLst>
          </p:cNvPr>
          <p:cNvSpPr/>
          <p:nvPr/>
        </p:nvSpPr>
        <p:spPr>
          <a:xfrm>
            <a:off x="1506018" y="98775"/>
            <a:ext cx="9116341" cy="0"/>
          </a:xfrm>
          <a:prstGeom prst="line">
            <a:avLst/>
          </a:prstGeom>
          <a:ln w="38100" cap="flat">
            <a:solidFill>
              <a:srgbClr val="DDB974"/>
            </a:solidFill>
            <a:prstDash val="solid"/>
            <a:headEnd type="none" w="sm" len="sm"/>
            <a:tailEnd type="none" w="sm" len="sm"/>
          </a:ln>
        </p:spPr>
      </p:sp>
      <p:sp>
        <p:nvSpPr>
          <p:cNvPr id="37" name="Freeform 3">
            <a:extLst>
              <a:ext uri="{FF2B5EF4-FFF2-40B4-BE49-F238E27FC236}">
                <a16:creationId xmlns:a16="http://schemas.microsoft.com/office/drawing/2014/main" id="{EFD1FED7-ADF5-4C78-AD5D-7C2681EF398D}"/>
              </a:ext>
            </a:extLst>
          </p:cNvPr>
          <p:cNvSpPr/>
          <p:nvPr/>
        </p:nvSpPr>
        <p:spPr>
          <a:xfrm rot="16200000">
            <a:off x="-14420"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sp>
      <p:sp>
        <p:nvSpPr>
          <p:cNvPr id="38" name="Freeform 2">
            <a:extLst>
              <a:ext uri="{FF2B5EF4-FFF2-40B4-BE49-F238E27FC236}">
                <a16:creationId xmlns:a16="http://schemas.microsoft.com/office/drawing/2014/main" id="{6BA313D8-AD26-4F72-A65A-FED1992D65AD}"/>
              </a:ext>
            </a:extLst>
          </p:cNvPr>
          <p:cNvSpPr/>
          <p:nvPr/>
        </p:nvSpPr>
        <p:spPr>
          <a:xfrm>
            <a:off x="10793526"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sp>
      <p:grpSp>
        <p:nvGrpSpPr>
          <p:cNvPr id="40" name="Group 10">
            <a:extLst>
              <a:ext uri="{FF2B5EF4-FFF2-40B4-BE49-F238E27FC236}">
                <a16:creationId xmlns:a16="http://schemas.microsoft.com/office/drawing/2014/main" id="{97D038BF-F23C-45BC-87C4-BEE31E01C8A8}"/>
              </a:ext>
            </a:extLst>
          </p:cNvPr>
          <p:cNvGrpSpPr/>
          <p:nvPr/>
        </p:nvGrpSpPr>
        <p:grpSpPr>
          <a:xfrm>
            <a:off x="5711802" y="273885"/>
            <a:ext cx="827813" cy="349977"/>
            <a:chOff x="0" y="0"/>
            <a:chExt cx="1655627" cy="699955"/>
          </a:xfrm>
        </p:grpSpPr>
        <p:grpSp>
          <p:nvGrpSpPr>
            <p:cNvPr id="41" name="Group 11">
              <a:extLst>
                <a:ext uri="{FF2B5EF4-FFF2-40B4-BE49-F238E27FC236}">
                  <a16:creationId xmlns:a16="http://schemas.microsoft.com/office/drawing/2014/main" id="{6A44B539-1784-4CBF-8E8C-7A5C85AA9AA2}"/>
                </a:ext>
              </a:extLst>
            </p:cNvPr>
            <p:cNvGrpSpPr/>
            <p:nvPr/>
          </p:nvGrpSpPr>
          <p:grpSpPr>
            <a:xfrm>
              <a:off x="460624" y="0"/>
              <a:ext cx="734379" cy="699955"/>
              <a:chOff x="0" y="0"/>
              <a:chExt cx="812800" cy="774700"/>
            </a:xfrm>
          </p:grpSpPr>
          <p:sp>
            <p:nvSpPr>
              <p:cNvPr id="48" name="Freeform 12">
                <a:extLst>
                  <a:ext uri="{FF2B5EF4-FFF2-40B4-BE49-F238E27FC236}">
                    <a16:creationId xmlns:a16="http://schemas.microsoft.com/office/drawing/2014/main" id="{D11A7EBD-B40B-4835-A9BA-9E45C1446B7E}"/>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9" name="TextBox 13">
                <a:extLst>
                  <a:ext uri="{FF2B5EF4-FFF2-40B4-BE49-F238E27FC236}">
                    <a16:creationId xmlns:a16="http://schemas.microsoft.com/office/drawing/2014/main" id="{D8930005-5F84-43CB-98E7-0501A7B725DF}"/>
                  </a:ext>
                </a:extLst>
              </p:cNvPr>
              <p:cNvSpPr txBox="1"/>
              <p:nvPr/>
            </p:nvSpPr>
            <p:spPr>
              <a:xfrm>
                <a:off x="228600" y="228600"/>
                <a:ext cx="355600" cy="381000"/>
              </a:xfrm>
              <a:prstGeom prst="rect">
                <a:avLst/>
              </a:prstGeom>
            </p:spPr>
            <p:txBody>
              <a:bodyPr lIns="27455" tIns="27455" rIns="27455" bIns="27455" rtlCol="0" anchor="ctr"/>
              <a:lstStyle/>
              <a:p>
                <a:pPr algn="ctr" defTabSz="609630">
                  <a:lnSpc>
                    <a:spcPts val="1773"/>
                  </a:lnSpc>
                </a:pPr>
                <a:endParaRPr sz="1200">
                  <a:solidFill>
                    <a:prstClr val="black"/>
                  </a:solidFill>
                  <a:latin typeface="Calibri"/>
                </a:endParaRPr>
              </a:p>
            </p:txBody>
          </p:sp>
        </p:grpSp>
        <p:grpSp>
          <p:nvGrpSpPr>
            <p:cNvPr id="42" name="Group 14">
              <a:extLst>
                <a:ext uri="{FF2B5EF4-FFF2-40B4-BE49-F238E27FC236}">
                  <a16:creationId xmlns:a16="http://schemas.microsoft.com/office/drawing/2014/main" id="{B5EF0A7C-C9EA-48C8-A239-110AFF7F5AD7}"/>
                </a:ext>
              </a:extLst>
            </p:cNvPr>
            <p:cNvGrpSpPr/>
            <p:nvPr/>
          </p:nvGrpSpPr>
          <p:grpSpPr>
            <a:xfrm>
              <a:off x="1195003" y="260923"/>
              <a:ext cx="460624" cy="439032"/>
              <a:chOff x="0" y="0"/>
              <a:chExt cx="812800" cy="774700"/>
            </a:xfrm>
          </p:grpSpPr>
          <p:sp>
            <p:nvSpPr>
              <p:cNvPr id="46" name="Freeform 15">
                <a:extLst>
                  <a:ext uri="{FF2B5EF4-FFF2-40B4-BE49-F238E27FC236}">
                    <a16:creationId xmlns:a16="http://schemas.microsoft.com/office/drawing/2014/main" id="{E49DFB2E-274F-4759-9EDA-04BDC62ADD75}"/>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7" name="TextBox 16">
                <a:extLst>
                  <a:ext uri="{FF2B5EF4-FFF2-40B4-BE49-F238E27FC236}">
                    <a16:creationId xmlns:a16="http://schemas.microsoft.com/office/drawing/2014/main" id="{EB6D8E6E-DC80-4BF9-BA10-D3E245A22780}"/>
                  </a:ext>
                </a:extLst>
              </p:cNvPr>
              <p:cNvSpPr txBox="1"/>
              <p:nvPr/>
            </p:nvSpPr>
            <p:spPr>
              <a:xfrm>
                <a:off x="228600" y="228600"/>
                <a:ext cx="355600" cy="381000"/>
              </a:xfrm>
              <a:prstGeom prst="rect">
                <a:avLst/>
              </a:prstGeom>
            </p:spPr>
            <p:txBody>
              <a:bodyPr lIns="27455" tIns="27455" rIns="27455" bIns="27455" rtlCol="0" anchor="ctr"/>
              <a:lstStyle/>
              <a:p>
                <a:pPr algn="ctr" defTabSz="609630">
                  <a:lnSpc>
                    <a:spcPts val="1773"/>
                  </a:lnSpc>
                </a:pPr>
                <a:endParaRPr sz="1200">
                  <a:solidFill>
                    <a:prstClr val="black"/>
                  </a:solidFill>
                  <a:latin typeface="Calibri"/>
                </a:endParaRPr>
              </a:p>
            </p:txBody>
          </p:sp>
        </p:grpSp>
        <p:grpSp>
          <p:nvGrpSpPr>
            <p:cNvPr id="43" name="Group 17">
              <a:extLst>
                <a:ext uri="{FF2B5EF4-FFF2-40B4-BE49-F238E27FC236}">
                  <a16:creationId xmlns:a16="http://schemas.microsoft.com/office/drawing/2014/main" id="{091415D7-8B5B-446D-B828-46E561E1AE88}"/>
                </a:ext>
              </a:extLst>
            </p:cNvPr>
            <p:cNvGrpSpPr/>
            <p:nvPr/>
          </p:nvGrpSpPr>
          <p:grpSpPr>
            <a:xfrm>
              <a:off x="0" y="260923"/>
              <a:ext cx="460624" cy="439032"/>
              <a:chOff x="0" y="0"/>
              <a:chExt cx="812800" cy="774700"/>
            </a:xfrm>
          </p:grpSpPr>
          <p:sp>
            <p:nvSpPr>
              <p:cNvPr id="44" name="Freeform 18">
                <a:extLst>
                  <a:ext uri="{FF2B5EF4-FFF2-40B4-BE49-F238E27FC236}">
                    <a16:creationId xmlns:a16="http://schemas.microsoft.com/office/drawing/2014/main" id="{753AD485-BCCA-4A45-B8BC-1F5CDB5C5F81}"/>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5" name="TextBox 19">
                <a:extLst>
                  <a:ext uri="{FF2B5EF4-FFF2-40B4-BE49-F238E27FC236}">
                    <a16:creationId xmlns:a16="http://schemas.microsoft.com/office/drawing/2014/main" id="{62F6BB71-4EE3-4F62-AB8B-E8B1661FBA7D}"/>
                  </a:ext>
                </a:extLst>
              </p:cNvPr>
              <p:cNvSpPr txBox="1"/>
              <p:nvPr/>
            </p:nvSpPr>
            <p:spPr>
              <a:xfrm>
                <a:off x="228600" y="228600"/>
                <a:ext cx="355600" cy="381000"/>
              </a:xfrm>
              <a:prstGeom prst="rect">
                <a:avLst/>
              </a:prstGeom>
            </p:spPr>
            <p:txBody>
              <a:bodyPr lIns="27455" tIns="27455" rIns="27455" bIns="27455" rtlCol="0" anchor="ctr"/>
              <a:lstStyle/>
              <a:p>
                <a:pPr algn="ctr" defTabSz="609630">
                  <a:lnSpc>
                    <a:spcPts val="1773"/>
                  </a:lnSpc>
                </a:pPr>
                <a:endParaRPr sz="1200">
                  <a:solidFill>
                    <a:prstClr val="black"/>
                  </a:solidFill>
                  <a:latin typeface="Calibri"/>
                </a:endParaRPr>
              </a:p>
            </p:txBody>
          </p:sp>
        </p:grpSp>
      </p:grpSp>
    </p:spTree>
    <p:extLst>
      <p:ext uri="{BB962C8B-B14F-4D97-AF65-F5344CB8AC3E}">
        <p14:creationId xmlns:p14="http://schemas.microsoft.com/office/powerpoint/2010/main" val="271716677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200" fill="hold"/>
                                        <p:tgtEl>
                                          <p:spTgt spid="6"/>
                                        </p:tgtEl>
                                        <p:attrNameLst>
                                          <p:attrName>ppt_w</p:attrName>
                                        </p:attrNameLst>
                                      </p:cBhvr>
                                      <p:tavLst>
                                        <p:tav tm="0">
                                          <p:val>
                                            <p:fltVal val="0"/>
                                          </p:val>
                                        </p:tav>
                                        <p:tav tm="100000">
                                          <p:val>
                                            <p:strVal val="#ppt_w"/>
                                          </p:val>
                                        </p:tav>
                                      </p:tavLst>
                                    </p:anim>
                                    <p:anim calcmode="lin" valueType="num">
                                      <p:cBhvr>
                                        <p:cTn id="8" dur="200" fill="hold"/>
                                        <p:tgtEl>
                                          <p:spTgt spid="6"/>
                                        </p:tgtEl>
                                        <p:attrNameLst>
                                          <p:attrName>ppt_h</p:attrName>
                                        </p:attrNameLst>
                                      </p:cBhvr>
                                      <p:tavLst>
                                        <p:tav tm="0">
                                          <p:val>
                                            <p:fltVal val="0"/>
                                          </p:val>
                                        </p:tav>
                                        <p:tav tm="100000">
                                          <p:val>
                                            <p:strVal val="#ppt_h"/>
                                          </p:val>
                                        </p:tav>
                                      </p:tavLst>
                                    </p:anim>
                                    <p:animEffect transition="in" filter="fade">
                                      <p:cBhvr>
                                        <p:cTn id="9" dur="200"/>
                                        <p:tgtEl>
                                          <p:spTgt spid="6"/>
                                        </p:tgtEl>
                                      </p:cBhvr>
                                    </p:animEffect>
                                  </p:childTnLst>
                                </p:cTn>
                              </p:par>
                              <p:par>
                                <p:cTn id="10" presetID="53" presetClass="entr" presetSubtype="16"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300" fill="hold"/>
                                        <p:tgtEl>
                                          <p:spTgt spid="9"/>
                                        </p:tgtEl>
                                        <p:attrNameLst>
                                          <p:attrName>ppt_w</p:attrName>
                                        </p:attrNameLst>
                                      </p:cBhvr>
                                      <p:tavLst>
                                        <p:tav tm="0">
                                          <p:val>
                                            <p:fltVal val="0"/>
                                          </p:val>
                                        </p:tav>
                                        <p:tav tm="100000">
                                          <p:val>
                                            <p:strVal val="#ppt_w"/>
                                          </p:val>
                                        </p:tav>
                                      </p:tavLst>
                                    </p:anim>
                                    <p:anim calcmode="lin" valueType="num">
                                      <p:cBhvr>
                                        <p:cTn id="13" dur="300" fill="hold"/>
                                        <p:tgtEl>
                                          <p:spTgt spid="9"/>
                                        </p:tgtEl>
                                        <p:attrNameLst>
                                          <p:attrName>ppt_h</p:attrName>
                                        </p:attrNameLst>
                                      </p:cBhvr>
                                      <p:tavLst>
                                        <p:tav tm="0">
                                          <p:val>
                                            <p:fltVal val="0"/>
                                          </p:val>
                                        </p:tav>
                                        <p:tav tm="100000">
                                          <p:val>
                                            <p:strVal val="#ppt_h"/>
                                          </p:val>
                                        </p:tav>
                                      </p:tavLst>
                                    </p:anim>
                                    <p:animEffect transition="in" filter="fade">
                                      <p:cBhvr>
                                        <p:cTn id="14" dur="300"/>
                                        <p:tgtEl>
                                          <p:spTgt spid="9"/>
                                        </p:tgtEl>
                                      </p:cBhvr>
                                    </p:animEffect>
                                  </p:childTnLst>
                                </p:cTn>
                              </p:par>
                              <p:par>
                                <p:cTn id="15" presetID="53" presetClass="entr" presetSubtype="16"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400" fill="hold"/>
                                        <p:tgtEl>
                                          <p:spTgt spid="7"/>
                                        </p:tgtEl>
                                        <p:attrNameLst>
                                          <p:attrName>ppt_w</p:attrName>
                                        </p:attrNameLst>
                                      </p:cBhvr>
                                      <p:tavLst>
                                        <p:tav tm="0">
                                          <p:val>
                                            <p:fltVal val="0"/>
                                          </p:val>
                                        </p:tav>
                                        <p:tav tm="100000">
                                          <p:val>
                                            <p:strVal val="#ppt_w"/>
                                          </p:val>
                                        </p:tav>
                                      </p:tavLst>
                                    </p:anim>
                                    <p:anim calcmode="lin" valueType="num">
                                      <p:cBhvr>
                                        <p:cTn id="18" dur="400" fill="hold"/>
                                        <p:tgtEl>
                                          <p:spTgt spid="7"/>
                                        </p:tgtEl>
                                        <p:attrNameLst>
                                          <p:attrName>ppt_h</p:attrName>
                                        </p:attrNameLst>
                                      </p:cBhvr>
                                      <p:tavLst>
                                        <p:tav tm="0">
                                          <p:val>
                                            <p:fltVal val="0"/>
                                          </p:val>
                                        </p:tav>
                                        <p:tav tm="100000">
                                          <p:val>
                                            <p:strVal val="#ppt_h"/>
                                          </p:val>
                                        </p:tav>
                                      </p:tavLst>
                                    </p:anim>
                                    <p:animEffect transition="in" filter="fade">
                                      <p:cBhvr>
                                        <p:cTn id="19" dur="400"/>
                                        <p:tgtEl>
                                          <p:spTgt spid="7"/>
                                        </p:tgtEl>
                                      </p:cBhvr>
                                    </p:animEffect>
                                  </p:childTnLst>
                                </p:cTn>
                              </p:par>
                              <p:par>
                                <p:cTn id="20" presetID="8" presetClass="emph" presetSubtype="0" repeatCount="indefinite" fill="hold" grpId="0" nodeType="withEffect">
                                  <p:stCondLst>
                                    <p:cond delay="0"/>
                                  </p:stCondLst>
                                  <p:childTnLst>
                                    <p:animRot by="21600000">
                                      <p:cBhvr>
                                        <p:cTn id="21" dur="700" fill="hold"/>
                                        <p:tgtEl>
                                          <p:spTgt spid="16"/>
                                        </p:tgtEl>
                                        <p:attrNameLst>
                                          <p:attrName>r</p:attrName>
                                        </p:attrNameLst>
                                      </p:cBhvr>
                                    </p:animRot>
                                  </p:childTnLst>
                                </p:cTn>
                              </p:par>
                              <p:par>
                                <p:cTn id="22" presetID="53" presetClass="entr" presetSubtype="16" fill="hold" nodeType="withEffect">
                                  <p:stCondLst>
                                    <p:cond delay="0"/>
                                  </p:stCondLst>
                                  <p:childTnLst>
                                    <p:set>
                                      <p:cBhvr>
                                        <p:cTn id="23" dur="1" fill="hold">
                                          <p:stCondLst>
                                            <p:cond delay="0"/>
                                          </p:stCondLst>
                                        </p:cTn>
                                        <p:tgtEl>
                                          <p:spTgt spid="32"/>
                                        </p:tgtEl>
                                        <p:attrNameLst>
                                          <p:attrName>style.visibility</p:attrName>
                                        </p:attrNameLst>
                                      </p:cBhvr>
                                      <p:to>
                                        <p:strVal val="visible"/>
                                      </p:to>
                                    </p:set>
                                    <p:anim calcmode="lin" valueType="num">
                                      <p:cBhvr>
                                        <p:cTn id="24" dur="500" fill="hold"/>
                                        <p:tgtEl>
                                          <p:spTgt spid="32"/>
                                        </p:tgtEl>
                                        <p:attrNameLst>
                                          <p:attrName>ppt_w</p:attrName>
                                        </p:attrNameLst>
                                      </p:cBhvr>
                                      <p:tavLst>
                                        <p:tav tm="0">
                                          <p:val>
                                            <p:fltVal val="0"/>
                                          </p:val>
                                        </p:tav>
                                        <p:tav tm="100000">
                                          <p:val>
                                            <p:strVal val="#ppt_w"/>
                                          </p:val>
                                        </p:tav>
                                      </p:tavLst>
                                    </p:anim>
                                    <p:anim calcmode="lin" valueType="num">
                                      <p:cBhvr>
                                        <p:cTn id="25" dur="500" fill="hold"/>
                                        <p:tgtEl>
                                          <p:spTgt spid="32"/>
                                        </p:tgtEl>
                                        <p:attrNameLst>
                                          <p:attrName>ppt_h</p:attrName>
                                        </p:attrNameLst>
                                      </p:cBhvr>
                                      <p:tavLst>
                                        <p:tav tm="0">
                                          <p:val>
                                            <p:fltVal val="0"/>
                                          </p:val>
                                        </p:tav>
                                        <p:tav tm="100000">
                                          <p:val>
                                            <p:strVal val="#ppt_h"/>
                                          </p:val>
                                        </p:tav>
                                      </p:tavLst>
                                    </p:anim>
                                    <p:animEffect transition="in" filter="fade">
                                      <p:cBhvr>
                                        <p:cTn id="2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7" restart="whenNotActive" fill="hold" evtFilter="cancelBubble" nodeType="interactiveSeq">
                <p:stCondLst>
                  <p:cond evt="onClick" delay="0">
                    <p:tgtEl>
                      <p:spTgt spid="6"/>
                    </p:tgtEl>
                  </p:cond>
                </p:stCondLst>
                <p:endSync evt="end" delay="0">
                  <p:rtn val="all"/>
                </p:endSync>
                <p:childTnLst>
                  <p:par>
                    <p:cTn id="28" fill="hold">
                      <p:stCondLst>
                        <p:cond delay="0"/>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59"/>
                                        </p:tgtEl>
                                        <p:attrNameLst>
                                          <p:attrName>style.visibility</p:attrName>
                                        </p:attrNameLst>
                                      </p:cBhvr>
                                      <p:to>
                                        <p:strVal val="visible"/>
                                      </p:to>
                                    </p:set>
                                    <p:anim calcmode="lin" valueType="num">
                                      <p:cBhvr>
                                        <p:cTn id="32" dur="700" fill="hold"/>
                                        <p:tgtEl>
                                          <p:spTgt spid="59"/>
                                        </p:tgtEl>
                                        <p:attrNameLst>
                                          <p:attrName>ppt_w</p:attrName>
                                        </p:attrNameLst>
                                      </p:cBhvr>
                                      <p:tavLst>
                                        <p:tav tm="0">
                                          <p:val>
                                            <p:fltVal val="0"/>
                                          </p:val>
                                        </p:tav>
                                        <p:tav tm="100000">
                                          <p:val>
                                            <p:strVal val="#ppt_w"/>
                                          </p:val>
                                        </p:tav>
                                      </p:tavLst>
                                    </p:anim>
                                    <p:anim calcmode="lin" valueType="num">
                                      <p:cBhvr>
                                        <p:cTn id="33" dur="700" fill="hold"/>
                                        <p:tgtEl>
                                          <p:spTgt spid="59"/>
                                        </p:tgtEl>
                                        <p:attrNameLst>
                                          <p:attrName>ppt_h</p:attrName>
                                        </p:attrNameLst>
                                      </p:cBhvr>
                                      <p:tavLst>
                                        <p:tav tm="0">
                                          <p:val>
                                            <p:fltVal val="0"/>
                                          </p:val>
                                        </p:tav>
                                        <p:tav tm="100000">
                                          <p:val>
                                            <p:strVal val="#ppt_h"/>
                                          </p:val>
                                        </p:tav>
                                      </p:tavLst>
                                    </p:anim>
                                    <p:animEffect transition="in" filter="fade">
                                      <p:cBhvr>
                                        <p:cTn id="34" dur="700"/>
                                        <p:tgtEl>
                                          <p:spTgt spid="59"/>
                                        </p:tgtEl>
                                      </p:cBhvr>
                                    </p:animEffect>
                                  </p:childTnLst>
                                </p:cTn>
                              </p:par>
                              <p:par>
                                <p:cTn id="35" presetID="42" presetClass="path" presetSubtype="0" accel="50000" decel="50000" fill="hold" nodeType="withEffect">
                                  <p:stCondLst>
                                    <p:cond delay="100"/>
                                  </p:stCondLst>
                                  <p:childTnLst>
                                    <p:animMotion origin="layout" path="M 0.00034 0.0108 L 0.37829 0.35879 " pathEditMode="relative" rAng="0" ptsTypes="AA">
                                      <p:cBhvr>
                                        <p:cTn id="36" dur="1900" spd="-100000" fill="hold"/>
                                        <p:tgtEl>
                                          <p:spTgt spid="59"/>
                                        </p:tgtEl>
                                        <p:attrNameLst>
                                          <p:attrName>ppt_x</p:attrName>
                                          <p:attrName>ppt_y</p:attrName>
                                        </p:attrNameLst>
                                      </p:cBhvr>
                                      <p:rCtr x="18898" y="17392"/>
                                    </p:animMotion>
                                  </p:childTnLst>
                                </p:cTn>
                              </p:par>
                              <p:par>
                                <p:cTn id="37" presetID="53" presetClass="entr" presetSubtype="16" fill="hold" nodeType="withEffect">
                                  <p:stCondLst>
                                    <p:cond delay="0"/>
                                  </p:stCondLst>
                                  <p:childTnLst>
                                    <p:set>
                                      <p:cBhvr>
                                        <p:cTn id="38" dur="1" fill="hold">
                                          <p:stCondLst>
                                            <p:cond delay="0"/>
                                          </p:stCondLst>
                                        </p:cTn>
                                        <p:tgtEl>
                                          <p:spTgt spid="61"/>
                                        </p:tgtEl>
                                        <p:attrNameLst>
                                          <p:attrName>style.visibility</p:attrName>
                                        </p:attrNameLst>
                                      </p:cBhvr>
                                      <p:to>
                                        <p:strVal val="visible"/>
                                      </p:to>
                                    </p:set>
                                    <p:anim calcmode="lin" valueType="num">
                                      <p:cBhvr>
                                        <p:cTn id="39" dur="500" fill="hold"/>
                                        <p:tgtEl>
                                          <p:spTgt spid="61"/>
                                        </p:tgtEl>
                                        <p:attrNameLst>
                                          <p:attrName>ppt_w</p:attrName>
                                        </p:attrNameLst>
                                      </p:cBhvr>
                                      <p:tavLst>
                                        <p:tav tm="0">
                                          <p:val>
                                            <p:fltVal val="0"/>
                                          </p:val>
                                        </p:tav>
                                        <p:tav tm="100000">
                                          <p:val>
                                            <p:strVal val="#ppt_w"/>
                                          </p:val>
                                        </p:tav>
                                      </p:tavLst>
                                    </p:anim>
                                    <p:anim calcmode="lin" valueType="num">
                                      <p:cBhvr>
                                        <p:cTn id="40" dur="500" fill="hold"/>
                                        <p:tgtEl>
                                          <p:spTgt spid="61"/>
                                        </p:tgtEl>
                                        <p:attrNameLst>
                                          <p:attrName>ppt_h</p:attrName>
                                        </p:attrNameLst>
                                      </p:cBhvr>
                                      <p:tavLst>
                                        <p:tav tm="0">
                                          <p:val>
                                            <p:fltVal val="0"/>
                                          </p:val>
                                        </p:tav>
                                        <p:tav tm="100000">
                                          <p:val>
                                            <p:strVal val="#ppt_h"/>
                                          </p:val>
                                        </p:tav>
                                      </p:tavLst>
                                    </p:anim>
                                    <p:animEffect transition="in" filter="fade">
                                      <p:cBhvr>
                                        <p:cTn id="41" dur="500"/>
                                        <p:tgtEl>
                                          <p:spTgt spid="61"/>
                                        </p:tgtEl>
                                      </p:cBhvr>
                                    </p:animEffect>
                                  </p:childTnLst>
                                </p:cTn>
                              </p:par>
                              <p:par>
                                <p:cTn id="42" presetID="42" presetClass="path" presetSubtype="0" accel="50000" decel="50000" fill="hold" nodeType="withEffect">
                                  <p:stCondLst>
                                    <p:cond delay="0"/>
                                  </p:stCondLst>
                                  <p:childTnLst>
                                    <p:animMotion origin="layout" path="M 2.77778E-6 -8.64198E-7 L 0.19253 0.33781 " pathEditMode="relative" rAng="0" ptsTypes="AA">
                                      <p:cBhvr>
                                        <p:cTn id="43" dur="2000" spd="-100000" fill="hold"/>
                                        <p:tgtEl>
                                          <p:spTgt spid="61"/>
                                        </p:tgtEl>
                                        <p:attrNameLst>
                                          <p:attrName>ppt_x</p:attrName>
                                          <p:attrName>ppt_y</p:attrName>
                                        </p:attrNameLst>
                                      </p:cBhvr>
                                      <p:rCtr x="9627" y="16883"/>
                                    </p:animMotion>
                                  </p:childTnLst>
                                </p:cTn>
                              </p:par>
                              <p:par>
                                <p:cTn id="44" presetID="6" presetClass="emph" presetSubtype="0" accel="50000" decel="50000" autoRev="1" fill="hold" nodeType="withEffect">
                                  <p:stCondLst>
                                    <p:cond delay="0"/>
                                  </p:stCondLst>
                                  <p:childTnLst>
                                    <p:animScale>
                                      <p:cBhvr>
                                        <p:cTn id="45" dur="200" fill="hold"/>
                                        <p:tgtEl>
                                          <p:spTgt spid="6"/>
                                        </p:tgtEl>
                                      </p:cBhvr>
                                      <p:by x="90000" y="90000"/>
                                    </p:animScale>
                                  </p:childTnLst>
                                </p:cTn>
                              </p:par>
                            </p:childTnLst>
                          </p:cTn>
                        </p:par>
                      </p:childTnLst>
                    </p:cTn>
                  </p:par>
                  <p:par>
                    <p:cTn id="46" fill="hold">
                      <p:stCondLst>
                        <p:cond delay="indefinite"/>
                      </p:stCondLst>
                      <p:childTnLst>
                        <p:par>
                          <p:cTn id="47" fill="hold">
                            <p:stCondLst>
                              <p:cond delay="0"/>
                            </p:stCondLst>
                            <p:childTnLst>
                              <p:par>
                                <p:cTn id="48" presetID="53" presetClass="exit" presetSubtype="32" fill="hold" nodeType="clickEffect">
                                  <p:stCondLst>
                                    <p:cond delay="0"/>
                                  </p:stCondLst>
                                  <p:childTnLst>
                                    <p:anim calcmode="lin" valueType="num">
                                      <p:cBhvr>
                                        <p:cTn id="49" dur="700"/>
                                        <p:tgtEl>
                                          <p:spTgt spid="59"/>
                                        </p:tgtEl>
                                        <p:attrNameLst>
                                          <p:attrName>ppt_w</p:attrName>
                                        </p:attrNameLst>
                                      </p:cBhvr>
                                      <p:tavLst>
                                        <p:tav tm="0">
                                          <p:val>
                                            <p:strVal val="ppt_w"/>
                                          </p:val>
                                        </p:tav>
                                        <p:tav tm="100000">
                                          <p:val>
                                            <p:fltVal val="0"/>
                                          </p:val>
                                        </p:tav>
                                      </p:tavLst>
                                    </p:anim>
                                    <p:anim calcmode="lin" valueType="num">
                                      <p:cBhvr>
                                        <p:cTn id="50" dur="700"/>
                                        <p:tgtEl>
                                          <p:spTgt spid="59"/>
                                        </p:tgtEl>
                                        <p:attrNameLst>
                                          <p:attrName>ppt_h</p:attrName>
                                        </p:attrNameLst>
                                      </p:cBhvr>
                                      <p:tavLst>
                                        <p:tav tm="0">
                                          <p:val>
                                            <p:strVal val="ppt_h"/>
                                          </p:val>
                                        </p:tav>
                                        <p:tav tm="100000">
                                          <p:val>
                                            <p:fltVal val="0"/>
                                          </p:val>
                                        </p:tav>
                                      </p:tavLst>
                                    </p:anim>
                                    <p:animEffect transition="out" filter="fade">
                                      <p:cBhvr>
                                        <p:cTn id="51" dur="700"/>
                                        <p:tgtEl>
                                          <p:spTgt spid="59"/>
                                        </p:tgtEl>
                                      </p:cBhvr>
                                    </p:animEffect>
                                    <p:set>
                                      <p:cBhvr>
                                        <p:cTn id="52" dur="1" fill="hold">
                                          <p:stCondLst>
                                            <p:cond delay="699"/>
                                          </p:stCondLst>
                                        </p:cTn>
                                        <p:tgtEl>
                                          <p:spTgt spid="59"/>
                                        </p:tgtEl>
                                        <p:attrNameLst>
                                          <p:attrName>style.visibility</p:attrName>
                                        </p:attrNameLst>
                                      </p:cBhvr>
                                      <p:to>
                                        <p:strVal val="hidden"/>
                                      </p:to>
                                    </p:set>
                                  </p:childTnLst>
                                </p:cTn>
                              </p:par>
                              <p:par>
                                <p:cTn id="53" presetID="42" presetClass="path" presetSubtype="0" accel="50000" decel="50000" fill="hold" nodeType="withEffect">
                                  <p:stCondLst>
                                    <p:cond delay="0"/>
                                  </p:stCondLst>
                                  <p:childTnLst>
                                    <p:animMotion origin="layout" path="M 4.86111E-6 3.58025E-6 L 0.38628 0.3287 " pathEditMode="relative" rAng="0" ptsTypes="AA">
                                      <p:cBhvr>
                                        <p:cTn id="54" dur="700" fill="hold"/>
                                        <p:tgtEl>
                                          <p:spTgt spid="59"/>
                                        </p:tgtEl>
                                        <p:attrNameLst>
                                          <p:attrName>ppt_x</p:attrName>
                                          <p:attrName>ppt_y</p:attrName>
                                        </p:attrNameLst>
                                      </p:cBhvr>
                                      <p:rCtr x="19314" y="16435"/>
                                    </p:animMotion>
                                  </p:childTnLst>
                                </p:cTn>
                              </p:par>
                              <p:par>
                                <p:cTn id="55" presetID="53" presetClass="exit" presetSubtype="32" fill="hold" nodeType="withEffect">
                                  <p:stCondLst>
                                    <p:cond delay="0"/>
                                  </p:stCondLst>
                                  <p:childTnLst>
                                    <p:anim calcmode="lin" valueType="num">
                                      <p:cBhvr>
                                        <p:cTn id="56" dur="700"/>
                                        <p:tgtEl>
                                          <p:spTgt spid="61"/>
                                        </p:tgtEl>
                                        <p:attrNameLst>
                                          <p:attrName>ppt_w</p:attrName>
                                        </p:attrNameLst>
                                      </p:cBhvr>
                                      <p:tavLst>
                                        <p:tav tm="0">
                                          <p:val>
                                            <p:strVal val="ppt_w"/>
                                          </p:val>
                                        </p:tav>
                                        <p:tav tm="100000">
                                          <p:val>
                                            <p:fltVal val="0"/>
                                          </p:val>
                                        </p:tav>
                                      </p:tavLst>
                                    </p:anim>
                                    <p:anim calcmode="lin" valueType="num">
                                      <p:cBhvr>
                                        <p:cTn id="57" dur="700"/>
                                        <p:tgtEl>
                                          <p:spTgt spid="61"/>
                                        </p:tgtEl>
                                        <p:attrNameLst>
                                          <p:attrName>ppt_h</p:attrName>
                                        </p:attrNameLst>
                                      </p:cBhvr>
                                      <p:tavLst>
                                        <p:tav tm="0">
                                          <p:val>
                                            <p:strVal val="ppt_h"/>
                                          </p:val>
                                        </p:tav>
                                        <p:tav tm="100000">
                                          <p:val>
                                            <p:fltVal val="0"/>
                                          </p:val>
                                        </p:tav>
                                      </p:tavLst>
                                    </p:anim>
                                    <p:animEffect transition="out" filter="fade">
                                      <p:cBhvr>
                                        <p:cTn id="58" dur="700"/>
                                        <p:tgtEl>
                                          <p:spTgt spid="61"/>
                                        </p:tgtEl>
                                      </p:cBhvr>
                                    </p:animEffect>
                                    <p:set>
                                      <p:cBhvr>
                                        <p:cTn id="59" dur="1" fill="hold">
                                          <p:stCondLst>
                                            <p:cond delay="699"/>
                                          </p:stCondLst>
                                        </p:cTn>
                                        <p:tgtEl>
                                          <p:spTgt spid="61"/>
                                        </p:tgtEl>
                                        <p:attrNameLst>
                                          <p:attrName>style.visibility</p:attrName>
                                        </p:attrNameLst>
                                      </p:cBhvr>
                                      <p:to>
                                        <p:strVal val="hidden"/>
                                      </p:to>
                                    </p:set>
                                  </p:childTnLst>
                                </p:cTn>
                              </p:par>
                              <p:par>
                                <p:cTn id="60" presetID="42" presetClass="path" presetSubtype="0" accel="50000" decel="50000" fill="hold" nodeType="withEffect">
                                  <p:stCondLst>
                                    <p:cond delay="0"/>
                                  </p:stCondLst>
                                  <p:childTnLst>
                                    <p:animMotion origin="layout" path="M 2.77778E-6 -8.64198E-7 L 0.20781 0.26173 " pathEditMode="relative" rAng="0" ptsTypes="AA">
                                      <p:cBhvr>
                                        <p:cTn id="61" dur="700" fill="hold"/>
                                        <p:tgtEl>
                                          <p:spTgt spid="61"/>
                                        </p:tgtEl>
                                        <p:attrNameLst>
                                          <p:attrName>ppt_x</p:attrName>
                                          <p:attrName>ppt_y</p:attrName>
                                        </p:attrNameLst>
                                      </p:cBhvr>
                                      <p:rCtr x="10391" y="13086"/>
                                    </p:animMotion>
                                  </p:childTnLst>
                                </p:cTn>
                              </p:par>
                              <p:par>
                                <p:cTn id="62" presetID="6" presetClass="emph" presetSubtype="0" accel="5000" decel="5000" autoRev="1" fill="hold" nodeType="withEffect">
                                  <p:stCondLst>
                                    <p:cond delay="0"/>
                                  </p:stCondLst>
                                  <p:childTnLst>
                                    <p:animScale>
                                      <p:cBhvr>
                                        <p:cTn id="63" dur="200" fill="hold"/>
                                        <p:tgtEl>
                                          <p:spTgt spid="6"/>
                                        </p:tgtEl>
                                      </p:cBhvr>
                                      <p:by x="90000" y="90000"/>
                                    </p:animScale>
                                  </p:childTnLst>
                                </p:cTn>
                              </p:par>
                            </p:childTnLst>
                          </p:cTn>
                        </p:par>
                      </p:childTnLst>
                    </p:cTn>
                  </p:par>
                </p:childTnLst>
              </p:cTn>
              <p:nextCondLst>
                <p:cond evt="onClick" delay="0">
                  <p:tgtEl>
                    <p:spTgt spid="6"/>
                  </p:tgtEl>
                </p:cond>
              </p:nextCondLst>
            </p:seq>
            <p:seq concurrent="1" nextAc="seek">
              <p:cTn id="64" restart="whenNotActive" fill="hold" evtFilter="cancelBubble" nodeType="interactiveSeq">
                <p:stCondLst>
                  <p:cond evt="onClick" delay="0">
                    <p:tgtEl>
                      <p:spTgt spid="9"/>
                    </p:tgtEl>
                  </p:cond>
                </p:stCondLst>
                <p:endSync evt="end" delay="0">
                  <p:rtn val="all"/>
                </p:endSync>
                <p:childTnLst>
                  <p:par>
                    <p:cTn id="65" fill="hold">
                      <p:stCondLst>
                        <p:cond delay="0"/>
                      </p:stCondLst>
                      <p:childTnLst>
                        <p:par>
                          <p:cTn id="66" fill="hold">
                            <p:stCondLst>
                              <p:cond delay="0"/>
                            </p:stCondLst>
                            <p:childTnLst>
                              <p:par>
                                <p:cTn id="67" presetID="53" presetClass="entr" presetSubtype="16" fill="hold" nodeType="clickEffect">
                                  <p:stCondLst>
                                    <p:cond delay="0"/>
                                  </p:stCondLst>
                                  <p:childTnLst>
                                    <p:set>
                                      <p:cBhvr>
                                        <p:cTn id="68" dur="1" fill="hold">
                                          <p:stCondLst>
                                            <p:cond delay="0"/>
                                          </p:stCondLst>
                                        </p:cTn>
                                        <p:tgtEl>
                                          <p:spTgt spid="67"/>
                                        </p:tgtEl>
                                        <p:attrNameLst>
                                          <p:attrName>style.visibility</p:attrName>
                                        </p:attrNameLst>
                                      </p:cBhvr>
                                      <p:to>
                                        <p:strVal val="visible"/>
                                      </p:to>
                                    </p:set>
                                    <p:anim calcmode="lin" valueType="num">
                                      <p:cBhvr>
                                        <p:cTn id="69" dur="500" fill="hold"/>
                                        <p:tgtEl>
                                          <p:spTgt spid="67"/>
                                        </p:tgtEl>
                                        <p:attrNameLst>
                                          <p:attrName>ppt_w</p:attrName>
                                        </p:attrNameLst>
                                      </p:cBhvr>
                                      <p:tavLst>
                                        <p:tav tm="0">
                                          <p:val>
                                            <p:fltVal val="0"/>
                                          </p:val>
                                        </p:tav>
                                        <p:tav tm="100000">
                                          <p:val>
                                            <p:strVal val="#ppt_w"/>
                                          </p:val>
                                        </p:tav>
                                      </p:tavLst>
                                    </p:anim>
                                    <p:anim calcmode="lin" valueType="num">
                                      <p:cBhvr>
                                        <p:cTn id="70" dur="500" fill="hold"/>
                                        <p:tgtEl>
                                          <p:spTgt spid="67"/>
                                        </p:tgtEl>
                                        <p:attrNameLst>
                                          <p:attrName>ppt_h</p:attrName>
                                        </p:attrNameLst>
                                      </p:cBhvr>
                                      <p:tavLst>
                                        <p:tav tm="0">
                                          <p:val>
                                            <p:fltVal val="0"/>
                                          </p:val>
                                        </p:tav>
                                        <p:tav tm="100000">
                                          <p:val>
                                            <p:strVal val="#ppt_h"/>
                                          </p:val>
                                        </p:tav>
                                      </p:tavLst>
                                    </p:anim>
                                    <p:animEffect transition="in" filter="fade">
                                      <p:cBhvr>
                                        <p:cTn id="71" dur="500"/>
                                        <p:tgtEl>
                                          <p:spTgt spid="67"/>
                                        </p:tgtEl>
                                      </p:cBhvr>
                                    </p:animEffect>
                                  </p:childTnLst>
                                </p:cTn>
                              </p:par>
                              <p:par>
                                <p:cTn id="72" presetID="53" presetClass="entr" presetSubtype="16" fill="hold" nodeType="withEffect">
                                  <p:stCondLst>
                                    <p:cond delay="0"/>
                                  </p:stCondLst>
                                  <p:childTnLst>
                                    <p:set>
                                      <p:cBhvr>
                                        <p:cTn id="73" dur="1" fill="hold">
                                          <p:stCondLst>
                                            <p:cond delay="0"/>
                                          </p:stCondLst>
                                        </p:cTn>
                                        <p:tgtEl>
                                          <p:spTgt spid="69"/>
                                        </p:tgtEl>
                                        <p:attrNameLst>
                                          <p:attrName>style.visibility</p:attrName>
                                        </p:attrNameLst>
                                      </p:cBhvr>
                                      <p:to>
                                        <p:strVal val="visible"/>
                                      </p:to>
                                    </p:set>
                                    <p:anim calcmode="lin" valueType="num">
                                      <p:cBhvr>
                                        <p:cTn id="74" dur="500" fill="hold"/>
                                        <p:tgtEl>
                                          <p:spTgt spid="69"/>
                                        </p:tgtEl>
                                        <p:attrNameLst>
                                          <p:attrName>ppt_w</p:attrName>
                                        </p:attrNameLst>
                                      </p:cBhvr>
                                      <p:tavLst>
                                        <p:tav tm="0">
                                          <p:val>
                                            <p:fltVal val="0"/>
                                          </p:val>
                                        </p:tav>
                                        <p:tav tm="100000">
                                          <p:val>
                                            <p:strVal val="#ppt_w"/>
                                          </p:val>
                                        </p:tav>
                                      </p:tavLst>
                                    </p:anim>
                                    <p:anim calcmode="lin" valueType="num">
                                      <p:cBhvr>
                                        <p:cTn id="75" dur="500" fill="hold"/>
                                        <p:tgtEl>
                                          <p:spTgt spid="69"/>
                                        </p:tgtEl>
                                        <p:attrNameLst>
                                          <p:attrName>ppt_h</p:attrName>
                                        </p:attrNameLst>
                                      </p:cBhvr>
                                      <p:tavLst>
                                        <p:tav tm="0">
                                          <p:val>
                                            <p:fltVal val="0"/>
                                          </p:val>
                                        </p:tav>
                                        <p:tav tm="100000">
                                          <p:val>
                                            <p:strVal val="#ppt_h"/>
                                          </p:val>
                                        </p:tav>
                                      </p:tavLst>
                                    </p:anim>
                                    <p:animEffect transition="in" filter="fade">
                                      <p:cBhvr>
                                        <p:cTn id="76" dur="500"/>
                                        <p:tgtEl>
                                          <p:spTgt spid="69"/>
                                        </p:tgtEl>
                                      </p:cBhvr>
                                    </p:animEffect>
                                  </p:childTnLst>
                                </p:cTn>
                              </p:par>
                              <p:par>
                                <p:cTn id="77" presetID="42" presetClass="path" presetSubtype="0" accel="50000" decel="50000" fill="hold" nodeType="withEffect">
                                  <p:stCondLst>
                                    <p:cond delay="0"/>
                                  </p:stCondLst>
                                  <p:childTnLst>
                                    <p:animMotion origin="layout" path="M 3.88889E-6 -2.59259E-6 L 0.39071 -0.22037 " pathEditMode="relative" rAng="0" ptsTypes="AA">
                                      <p:cBhvr>
                                        <p:cTn id="78" dur="700" spd="-100000" fill="hold"/>
                                        <p:tgtEl>
                                          <p:spTgt spid="67"/>
                                        </p:tgtEl>
                                        <p:attrNameLst>
                                          <p:attrName>ppt_x</p:attrName>
                                          <p:attrName>ppt_y</p:attrName>
                                        </p:attrNameLst>
                                      </p:cBhvr>
                                      <p:rCtr x="19531" y="-11019"/>
                                    </p:animMotion>
                                  </p:childTnLst>
                                </p:cTn>
                              </p:par>
                              <p:par>
                                <p:cTn id="79" presetID="42" presetClass="path" presetSubtype="0" accel="50000" decel="50000" fill="hold" nodeType="withEffect">
                                  <p:stCondLst>
                                    <p:cond delay="0"/>
                                  </p:stCondLst>
                                  <p:childTnLst>
                                    <p:animMotion origin="layout" path="M -4.02778E-6 -3.08642E-6 L 0.22709 -0.22083 " pathEditMode="relative" rAng="0" ptsTypes="AA">
                                      <p:cBhvr>
                                        <p:cTn id="80" dur="700" spd="-100000" fill="hold"/>
                                        <p:tgtEl>
                                          <p:spTgt spid="69"/>
                                        </p:tgtEl>
                                        <p:attrNameLst>
                                          <p:attrName>ppt_x</p:attrName>
                                          <p:attrName>ppt_y</p:attrName>
                                        </p:attrNameLst>
                                      </p:cBhvr>
                                      <p:rCtr x="11354" y="-11049"/>
                                    </p:animMotion>
                                  </p:childTnLst>
                                </p:cTn>
                              </p:par>
                              <p:par>
                                <p:cTn id="81" presetID="6" presetClass="emph" presetSubtype="0" accel="50000" decel="50000" autoRev="1" fill="hold" nodeType="withEffect">
                                  <p:stCondLst>
                                    <p:cond delay="0"/>
                                  </p:stCondLst>
                                  <p:childTnLst>
                                    <p:animScale>
                                      <p:cBhvr>
                                        <p:cTn id="82" dur="200" fill="hold"/>
                                        <p:tgtEl>
                                          <p:spTgt spid="9"/>
                                        </p:tgtEl>
                                      </p:cBhvr>
                                      <p:by x="90000" y="90000"/>
                                    </p:animScale>
                                  </p:childTnLst>
                                </p:cTn>
                              </p:par>
                            </p:childTnLst>
                          </p:cTn>
                        </p:par>
                      </p:childTnLst>
                    </p:cTn>
                  </p:par>
                  <p:par>
                    <p:cTn id="83" fill="hold">
                      <p:stCondLst>
                        <p:cond delay="indefinite"/>
                      </p:stCondLst>
                      <p:childTnLst>
                        <p:par>
                          <p:cTn id="84" fill="hold">
                            <p:stCondLst>
                              <p:cond delay="0"/>
                            </p:stCondLst>
                            <p:childTnLst>
                              <p:par>
                                <p:cTn id="85" presetID="53" presetClass="exit" presetSubtype="32" fill="hold" nodeType="clickEffect">
                                  <p:stCondLst>
                                    <p:cond delay="0"/>
                                  </p:stCondLst>
                                  <p:childTnLst>
                                    <p:anim calcmode="lin" valueType="num">
                                      <p:cBhvr>
                                        <p:cTn id="86" dur="700"/>
                                        <p:tgtEl>
                                          <p:spTgt spid="67"/>
                                        </p:tgtEl>
                                        <p:attrNameLst>
                                          <p:attrName>ppt_w</p:attrName>
                                        </p:attrNameLst>
                                      </p:cBhvr>
                                      <p:tavLst>
                                        <p:tav tm="0">
                                          <p:val>
                                            <p:strVal val="ppt_w"/>
                                          </p:val>
                                        </p:tav>
                                        <p:tav tm="100000">
                                          <p:val>
                                            <p:fltVal val="0"/>
                                          </p:val>
                                        </p:tav>
                                      </p:tavLst>
                                    </p:anim>
                                    <p:anim calcmode="lin" valueType="num">
                                      <p:cBhvr>
                                        <p:cTn id="87" dur="700"/>
                                        <p:tgtEl>
                                          <p:spTgt spid="67"/>
                                        </p:tgtEl>
                                        <p:attrNameLst>
                                          <p:attrName>ppt_h</p:attrName>
                                        </p:attrNameLst>
                                      </p:cBhvr>
                                      <p:tavLst>
                                        <p:tav tm="0">
                                          <p:val>
                                            <p:strVal val="ppt_h"/>
                                          </p:val>
                                        </p:tav>
                                        <p:tav tm="100000">
                                          <p:val>
                                            <p:fltVal val="0"/>
                                          </p:val>
                                        </p:tav>
                                      </p:tavLst>
                                    </p:anim>
                                    <p:animEffect transition="out" filter="fade">
                                      <p:cBhvr>
                                        <p:cTn id="88" dur="700"/>
                                        <p:tgtEl>
                                          <p:spTgt spid="67"/>
                                        </p:tgtEl>
                                      </p:cBhvr>
                                    </p:animEffect>
                                    <p:set>
                                      <p:cBhvr>
                                        <p:cTn id="89" dur="1" fill="hold">
                                          <p:stCondLst>
                                            <p:cond delay="699"/>
                                          </p:stCondLst>
                                        </p:cTn>
                                        <p:tgtEl>
                                          <p:spTgt spid="67"/>
                                        </p:tgtEl>
                                        <p:attrNameLst>
                                          <p:attrName>style.visibility</p:attrName>
                                        </p:attrNameLst>
                                      </p:cBhvr>
                                      <p:to>
                                        <p:strVal val="hidden"/>
                                      </p:to>
                                    </p:set>
                                  </p:childTnLst>
                                </p:cTn>
                              </p:par>
                              <p:par>
                                <p:cTn id="90" presetID="42" presetClass="path" presetSubtype="0" accel="50000" decel="50000" fill="hold" nodeType="withEffect">
                                  <p:stCondLst>
                                    <p:cond delay="0"/>
                                  </p:stCondLst>
                                  <p:childTnLst>
                                    <p:animMotion origin="layout" path="M 3.88889E-6 -2.59259E-6 L 0.38515 -0.21774 " pathEditMode="relative" rAng="0" ptsTypes="AA">
                                      <p:cBhvr>
                                        <p:cTn id="91" dur="700" fill="hold"/>
                                        <p:tgtEl>
                                          <p:spTgt spid="67"/>
                                        </p:tgtEl>
                                        <p:attrNameLst>
                                          <p:attrName>ppt_x</p:attrName>
                                          <p:attrName>ppt_y</p:attrName>
                                        </p:attrNameLst>
                                      </p:cBhvr>
                                      <p:rCtr x="19253" y="-10895"/>
                                    </p:animMotion>
                                  </p:childTnLst>
                                </p:cTn>
                              </p:par>
                              <p:par>
                                <p:cTn id="92" presetID="53" presetClass="exit" presetSubtype="32" fill="hold" nodeType="withEffect">
                                  <p:stCondLst>
                                    <p:cond delay="0"/>
                                  </p:stCondLst>
                                  <p:childTnLst>
                                    <p:anim calcmode="lin" valueType="num">
                                      <p:cBhvr>
                                        <p:cTn id="93" dur="500"/>
                                        <p:tgtEl>
                                          <p:spTgt spid="69"/>
                                        </p:tgtEl>
                                        <p:attrNameLst>
                                          <p:attrName>ppt_w</p:attrName>
                                        </p:attrNameLst>
                                      </p:cBhvr>
                                      <p:tavLst>
                                        <p:tav tm="0">
                                          <p:val>
                                            <p:strVal val="ppt_w"/>
                                          </p:val>
                                        </p:tav>
                                        <p:tav tm="100000">
                                          <p:val>
                                            <p:fltVal val="0"/>
                                          </p:val>
                                        </p:tav>
                                      </p:tavLst>
                                    </p:anim>
                                    <p:anim calcmode="lin" valueType="num">
                                      <p:cBhvr>
                                        <p:cTn id="94" dur="500"/>
                                        <p:tgtEl>
                                          <p:spTgt spid="69"/>
                                        </p:tgtEl>
                                        <p:attrNameLst>
                                          <p:attrName>ppt_h</p:attrName>
                                        </p:attrNameLst>
                                      </p:cBhvr>
                                      <p:tavLst>
                                        <p:tav tm="0">
                                          <p:val>
                                            <p:strVal val="ppt_h"/>
                                          </p:val>
                                        </p:tav>
                                        <p:tav tm="100000">
                                          <p:val>
                                            <p:fltVal val="0"/>
                                          </p:val>
                                        </p:tav>
                                      </p:tavLst>
                                    </p:anim>
                                    <p:animEffect transition="out" filter="fade">
                                      <p:cBhvr>
                                        <p:cTn id="95" dur="500"/>
                                        <p:tgtEl>
                                          <p:spTgt spid="69"/>
                                        </p:tgtEl>
                                      </p:cBhvr>
                                    </p:animEffect>
                                    <p:set>
                                      <p:cBhvr>
                                        <p:cTn id="96" dur="1" fill="hold">
                                          <p:stCondLst>
                                            <p:cond delay="499"/>
                                          </p:stCondLst>
                                        </p:cTn>
                                        <p:tgtEl>
                                          <p:spTgt spid="69"/>
                                        </p:tgtEl>
                                        <p:attrNameLst>
                                          <p:attrName>style.visibility</p:attrName>
                                        </p:attrNameLst>
                                      </p:cBhvr>
                                      <p:to>
                                        <p:strVal val="hidden"/>
                                      </p:to>
                                    </p:set>
                                  </p:childTnLst>
                                </p:cTn>
                              </p:par>
                              <p:par>
                                <p:cTn id="97" presetID="42" presetClass="path" presetSubtype="0" accel="50000" decel="50000" fill="hold" nodeType="withEffect">
                                  <p:stCondLst>
                                    <p:cond delay="0"/>
                                  </p:stCondLst>
                                  <p:childTnLst>
                                    <p:animMotion origin="layout" path="M -4.02778E-6 -3.08642E-6 L 0.23846 -0.22083 " pathEditMode="relative" rAng="0" ptsTypes="AA">
                                      <p:cBhvr>
                                        <p:cTn id="98" dur="700" fill="hold"/>
                                        <p:tgtEl>
                                          <p:spTgt spid="69"/>
                                        </p:tgtEl>
                                        <p:attrNameLst>
                                          <p:attrName>ppt_x</p:attrName>
                                          <p:attrName>ppt_y</p:attrName>
                                        </p:attrNameLst>
                                      </p:cBhvr>
                                      <p:rCtr x="11918" y="-11049"/>
                                    </p:animMotion>
                                  </p:childTnLst>
                                </p:cTn>
                              </p:par>
                              <p:par>
                                <p:cTn id="99" presetID="6" presetClass="emph" presetSubtype="0" accel="5000" decel="5000" autoRev="1" fill="hold" nodeType="withEffect">
                                  <p:stCondLst>
                                    <p:cond delay="0"/>
                                  </p:stCondLst>
                                  <p:childTnLst>
                                    <p:animScale>
                                      <p:cBhvr>
                                        <p:cTn id="100" dur="200" fill="hold"/>
                                        <p:tgtEl>
                                          <p:spTgt spid="9"/>
                                        </p:tgtEl>
                                      </p:cBhvr>
                                      <p:by x="150000" y="150000"/>
                                    </p:animScale>
                                  </p:childTnLst>
                                </p:cTn>
                              </p:par>
                            </p:childTnLst>
                          </p:cTn>
                        </p:par>
                      </p:childTnLst>
                    </p:cTn>
                  </p:par>
                </p:childTnLst>
              </p:cTn>
              <p:nextCondLst>
                <p:cond evt="onClick" delay="0">
                  <p:tgtEl>
                    <p:spTgt spid="9"/>
                  </p:tgtEl>
                </p:cond>
              </p:nextCondLst>
            </p:seq>
            <p:seq concurrent="1" nextAc="seek">
              <p:cTn id="101" restart="whenNotActive" fill="hold" evtFilter="cancelBubble" nodeType="interactiveSeq">
                <p:stCondLst>
                  <p:cond evt="onClick" delay="0">
                    <p:tgtEl>
                      <p:spTgt spid="7"/>
                    </p:tgtEl>
                  </p:cond>
                </p:stCondLst>
                <p:endSync evt="end" delay="0">
                  <p:rtn val="all"/>
                </p:endSync>
                <p:childTnLst>
                  <p:par>
                    <p:cTn id="102" fill="hold">
                      <p:stCondLst>
                        <p:cond delay="0"/>
                      </p:stCondLst>
                      <p:childTnLst>
                        <p:par>
                          <p:cTn id="103" fill="hold">
                            <p:stCondLst>
                              <p:cond delay="0"/>
                            </p:stCondLst>
                            <p:childTnLst>
                              <p:par>
                                <p:cTn id="104" presetID="53" presetClass="entr" presetSubtype="16" fill="hold" nodeType="clickEffect">
                                  <p:stCondLst>
                                    <p:cond delay="0"/>
                                  </p:stCondLst>
                                  <p:childTnLst>
                                    <p:set>
                                      <p:cBhvr>
                                        <p:cTn id="105" dur="1" fill="hold">
                                          <p:stCondLst>
                                            <p:cond delay="0"/>
                                          </p:stCondLst>
                                        </p:cTn>
                                        <p:tgtEl>
                                          <p:spTgt spid="71"/>
                                        </p:tgtEl>
                                        <p:attrNameLst>
                                          <p:attrName>style.visibility</p:attrName>
                                        </p:attrNameLst>
                                      </p:cBhvr>
                                      <p:to>
                                        <p:strVal val="visible"/>
                                      </p:to>
                                    </p:set>
                                    <p:anim calcmode="lin" valueType="num">
                                      <p:cBhvr>
                                        <p:cTn id="106" dur="700" fill="hold"/>
                                        <p:tgtEl>
                                          <p:spTgt spid="71"/>
                                        </p:tgtEl>
                                        <p:attrNameLst>
                                          <p:attrName>ppt_w</p:attrName>
                                        </p:attrNameLst>
                                      </p:cBhvr>
                                      <p:tavLst>
                                        <p:tav tm="0">
                                          <p:val>
                                            <p:fltVal val="0"/>
                                          </p:val>
                                        </p:tav>
                                        <p:tav tm="100000">
                                          <p:val>
                                            <p:strVal val="#ppt_w"/>
                                          </p:val>
                                        </p:tav>
                                      </p:tavLst>
                                    </p:anim>
                                    <p:anim calcmode="lin" valueType="num">
                                      <p:cBhvr>
                                        <p:cTn id="107" dur="700" fill="hold"/>
                                        <p:tgtEl>
                                          <p:spTgt spid="71"/>
                                        </p:tgtEl>
                                        <p:attrNameLst>
                                          <p:attrName>ppt_h</p:attrName>
                                        </p:attrNameLst>
                                      </p:cBhvr>
                                      <p:tavLst>
                                        <p:tav tm="0">
                                          <p:val>
                                            <p:fltVal val="0"/>
                                          </p:val>
                                        </p:tav>
                                        <p:tav tm="100000">
                                          <p:val>
                                            <p:strVal val="#ppt_h"/>
                                          </p:val>
                                        </p:tav>
                                      </p:tavLst>
                                    </p:anim>
                                    <p:animEffect transition="in" filter="fade">
                                      <p:cBhvr>
                                        <p:cTn id="108" dur="700"/>
                                        <p:tgtEl>
                                          <p:spTgt spid="71"/>
                                        </p:tgtEl>
                                      </p:cBhvr>
                                    </p:animEffect>
                                  </p:childTnLst>
                                </p:cTn>
                              </p:par>
                              <p:par>
                                <p:cTn id="109" presetID="53" presetClass="entr" presetSubtype="16" fill="hold" nodeType="withEffect">
                                  <p:stCondLst>
                                    <p:cond delay="0"/>
                                  </p:stCondLst>
                                  <p:childTnLst>
                                    <p:set>
                                      <p:cBhvr>
                                        <p:cTn id="110" dur="1" fill="hold">
                                          <p:stCondLst>
                                            <p:cond delay="0"/>
                                          </p:stCondLst>
                                        </p:cTn>
                                        <p:tgtEl>
                                          <p:spTgt spid="73"/>
                                        </p:tgtEl>
                                        <p:attrNameLst>
                                          <p:attrName>style.visibility</p:attrName>
                                        </p:attrNameLst>
                                      </p:cBhvr>
                                      <p:to>
                                        <p:strVal val="visible"/>
                                      </p:to>
                                    </p:set>
                                    <p:anim calcmode="lin" valueType="num">
                                      <p:cBhvr>
                                        <p:cTn id="111" dur="700" fill="hold"/>
                                        <p:tgtEl>
                                          <p:spTgt spid="73"/>
                                        </p:tgtEl>
                                        <p:attrNameLst>
                                          <p:attrName>ppt_w</p:attrName>
                                        </p:attrNameLst>
                                      </p:cBhvr>
                                      <p:tavLst>
                                        <p:tav tm="0">
                                          <p:val>
                                            <p:fltVal val="0"/>
                                          </p:val>
                                        </p:tav>
                                        <p:tav tm="100000">
                                          <p:val>
                                            <p:strVal val="#ppt_w"/>
                                          </p:val>
                                        </p:tav>
                                      </p:tavLst>
                                    </p:anim>
                                    <p:anim calcmode="lin" valueType="num">
                                      <p:cBhvr>
                                        <p:cTn id="112" dur="700" fill="hold"/>
                                        <p:tgtEl>
                                          <p:spTgt spid="73"/>
                                        </p:tgtEl>
                                        <p:attrNameLst>
                                          <p:attrName>ppt_h</p:attrName>
                                        </p:attrNameLst>
                                      </p:cBhvr>
                                      <p:tavLst>
                                        <p:tav tm="0">
                                          <p:val>
                                            <p:fltVal val="0"/>
                                          </p:val>
                                        </p:tav>
                                        <p:tav tm="100000">
                                          <p:val>
                                            <p:strVal val="#ppt_h"/>
                                          </p:val>
                                        </p:tav>
                                      </p:tavLst>
                                    </p:anim>
                                    <p:animEffect transition="in" filter="fade">
                                      <p:cBhvr>
                                        <p:cTn id="113" dur="700"/>
                                        <p:tgtEl>
                                          <p:spTgt spid="73"/>
                                        </p:tgtEl>
                                      </p:cBhvr>
                                    </p:animEffect>
                                  </p:childTnLst>
                                </p:cTn>
                              </p:par>
                              <p:par>
                                <p:cTn id="114" presetID="53" presetClass="entr" presetSubtype="16" fill="hold" nodeType="withEffect">
                                  <p:stCondLst>
                                    <p:cond delay="0"/>
                                  </p:stCondLst>
                                  <p:childTnLst>
                                    <p:set>
                                      <p:cBhvr>
                                        <p:cTn id="115" dur="1" fill="hold">
                                          <p:stCondLst>
                                            <p:cond delay="0"/>
                                          </p:stCondLst>
                                        </p:cTn>
                                        <p:tgtEl>
                                          <p:spTgt spid="77"/>
                                        </p:tgtEl>
                                        <p:attrNameLst>
                                          <p:attrName>style.visibility</p:attrName>
                                        </p:attrNameLst>
                                      </p:cBhvr>
                                      <p:to>
                                        <p:strVal val="visible"/>
                                      </p:to>
                                    </p:set>
                                    <p:anim calcmode="lin" valueType="num">
                                      <p:cBhvr>
                                        <p:cTn id="116" dur="700" fill="hold"/>
                                        <p:tgtEl>
                                          <p:spTgt spid="77"/>
                                        </p:tgtEl>
                                        <p:attrNameLst>
                                          <p:attrName>ppt_w</p:attrName>
                                        </p:attrNameLst>
                                      </p:cBhvr>
                                      <p:tavLst>
                                        <p:tav tm="0">
                                          <p:val>
                                            <p:fltVal val="0"/>
                                          </p:val>
                                        </p:tav>
                                        <p:tav tm="100000">
                                          <p:val>
                                            <p:strVal val="#ppt_w"/>
                                          </p:val>
                                        </p:tav>
                                      </p:tavLst>
                                    </p:anim>
                                    <p:anim calcmode="lin" valueType="num">
                                      <p:cBhvr>
                                        <p:cTn id="117" dur="700" fill="hold"/>
                                        <p:tgtEl>
                                          <p:spTgt spid="77"/>
                                        </p:tgtEl>
                                        <p:attrNameLst>
                                          <p:attrName>ppt_h</p:attrName>
                                        </p:attrNameLst>
                                      </p:cBhvr>
                                      <p:tavLst>
                                        <p:tav tm="0">
                                          <p:val>
                                            <p:fltVal val="0"/>
                                          </p:val>
                                        </p:tav>
                                        <p:tav tm="100000">
                                          <p:val>
                                            <p:strVal val="#ppt_h"/>
                                          </p:val>
                                        </p:tav>
                                      </p:tavLst>
                                    </p:anim>
                                    <p:animEffect transition="in" filter="fade">
                                      <p:cBhvr>
                                        <p:cTn id="118" dur="700"/>
                                        <p:tgtEl>
                                          <p:spTgt spid="77"/>
                                        </p:tgtEl>
                                      </p:cBhvr>
                                    </p:animEffect>
                                  </p:childTnLst>
                                </p:cTn>
                              </p:par>
                              <p:par>
                                <p:cTn id="119" presetID="53" presetClass="entr" presetSubtype="16" fill="hold" nodeType="withEffect">
                                  <p:stCondLst>
                                    <p:cond delay="0"/>
                                  </p:stCondLst>
                                  <p:childTnLst>
                                    <p:set>
                                      <p:cBhvr>
                                        <p:cTn id="120" dur="1" fill="hold">
                                          <p:stCondLst>
                                            <p:cond delay="0"/>
                                          </p:stCondLst>
                                        </p:cTn>
                                        <p:tgtEl>
                                          <p:spTgt spid="81"/>
                                        </p:tgtEl>
                                        <p:attrNameLst>
                                          <p:attrName>style.visibility</p:attrName>
                                        </p:attrNameLst>
                                      </p:cBhvr>
                                      <p:to>
                                        <p:strVal val="visible"/>
                                      </p:to>
                                    </p:set>
                                    <p:anim calcmode="lin" valueType="num">
                                      <p:cBhvr>
                                        <p:cTn id="121" dur="700" fill="hold"/>
                                        <p:tgtEl>
                                          <p:spTgt spid="81"/>
                                        </p:tgtEl>
                                        <p:attrNameLst>
                                          <p:attrName>ppt_w</p:attrName>
                                        </p:attrNameLst>
                                      </p:cBhvr>
                                      <p:tavLst>
                                        <p:tav tm="0">
                                          <p:val>
                                            <p:fltVal val="0"/>
                                          </p:val>
                                        </p:tav>
                                        <p:tav tm="100000">
                                          <p:val>
                                            <p:strVal val="#ppt_w"/>
                                          </p:val>
                                        </p:tav>
                                      </p:tavLst>
                                    </p:anim>
                                    <p:anim calcmode="lin" valueType="num">
                                      <p:cBhvr>
                                        <p:cTn id="122" dur="700" fill="hold"/>
                                        <p:tgtEl>
                                          <p:spTgt spid="81"/>
                                        </p:tgtEl>
                                        <p:attrNameLst>
                                          <p:attrName>ppt_h</p:attrName>
                                        </p:attrNameLst>
                                      </p:cBhvr>
                                      <p:tavLst>
                                        <p:tav tm="0">
                                          <p:val>
                                            <p:fltVal val="0"/>
                                          </p:val>
                                        </p:tav>
                                        <p:tav tm="100000">
                                          <p:val>
                                            <p:strVal val="#ppt_h"/>
                                          </p:val>
                                        </p:tav>
                                      </p:tavLst>
                                    </p:anim>
                                    <p:animEffect transition="in" filter="fade">
                                      <p:cBhvr>
                                        <p:cTn id="123" dur="700"/>
                                        <p:tgtEl>
                                          <p:spTgt spid="81"/>
                                        </p:tgtEl>
                                      </p:cBhvr>
                                    </p:animEffect>
                                  </p:childTnLst>
                                </p:cTn>
                              </p:par>
                              <p:par>
                                <p:cTn id="124" presetID="53" presetClass="entr" presetSubtype="16" fill="hold" nodeType="withEffect">
                                  <p:stCondLst>
                                    <p:cond delay="0"/>
                                  </p:stCondLst>
                                  <p:childTnLst>
                                    <p:set>
                                      <p:cBhvr>
                                        <p:cTn id="125" dur="1" fill="hold">
                                          <p:stCondLst>
                                            <p:cond delay="0"/>
                                          </p:stCondLst>
                                        </p:cTn>
                                        <p:tgtEl>
                                          <p:spTgt spid="79"/>
                                        </p:tgtEl>
                                        <p:attrNameLst>
                                          <p:attrName>style.visibility</p:attrName>
                                        </p:attrNameLst>
                                      </p:cBhvr>
                                      <p:to>
                                        <p:strVal val="visible"/>
                                      </p:to>
                                    </p:set>
                                    <p:anim calcmode="lin" valueType="num">
                                      <p:cBhvr>
                                        <p:cTn id="126" dur="700" fill="hold"/>
                                        <p:tgtEl>
                                          <p:spTgt spid="79"/>
                                        </p:tgtEl>
                                        <p:attrNameLst>
                                          <p:attrName>ppt_w</p:attrName>
                                        </p:attrNameLst>
                                      </p:cBhvr>
                                      <p:tavLst>
                                        <p:tav tm="0">
                                          <p:val>
                                            <p:fltVal val="0"/>
                                          </p:val>
                                        </p:tav>
                                        <p:tav tm="100000">
                                          <p:val>
                                            <p:strVal val="#ppt_w"/>
                                          </p:val>
                                        </p:tav>
                                      </p:tavLst>
                                    </p:anim>
                                    <p:anim calcmode="lin" valueType="num">
                                      <p:cBhvr>
                                        <p:cTn id="127" dur="700" fill="hold"/>
                                        <p:tgtEl>
                                          <p:spTgt spid="79"/>
                                        </p:tgtEl>
                                        <p:attrNameLst>
                                          <p:attrName>ppt_h</p:attrName>
                                        </p:attrNameLst>
                                      </p:cBhvr>
                                      <p:tavLst>
                                        <p:tav tm="0">
                                          <p:val>
                                            <p:fltVal val="0"/>
                                          </p:val>
                                        </p:tav>
                                        <p:tav tm="100000">
                                          <p:val>
                                            <p:strVal val="#ppt_h"/>
                                          </p:val>
                                        </p:tav>
                                      </p:tavLst>
                                    </p:anim>
                                    <p:animEffect transition="in" filter="fade">
                                      <p:cBhvr>
                                        <p:cTn id="128" dur="700"/>
                                        <p:tgtEl>
                                          <p:spTgt spid="79"/>
                                        </p:tgtEl>
                                      </p:cBhvr>
                                    </p:animEffect>
                                  </p:childTnLst>
                                </p:cTn>
                              </p:par>
                              <p:par>
                                <p:cTn id="129" presetID="53" presetClass="entr" presetSubtype="16" fill="hold" nodeType="withEffect">
                                  <p:stCondLst>
                                    <p:cond delay="0"/>
                                  </p:stCondLst>
                                  <p:childTnLst>
                                    <p:set>
                                      <p:cBhvr>
                                        <p:cTn id="130" dur="1" fill="hold">
                                          <p:stCondLst>
                                            <p:cond delay="0"/>
                                          </p:stCondLst>
                                        </p:cTn>
                                        <p:tgtEl>
                                          <p:spTgt spid="75"/>
                                        </p:tgtEl>
                                        <p:attrNameLst>
                                          <p:attrName>style.visibility</p:attrName>
                                        </p:attrNameLst>
                                      </p:cBhvr>
                                      <p:to>
                                        <p:strVal val="visible"/>
                                      </p:to>
                                    </p:set>
                                    <p:anim calcmode="lin" valueType="num">
                                      <p:cBhvr>
                                        <p:cTn id="131" dur="700" fill="hold"/>
                                        <p:tgtEl>
                                          <p:spTgt spid="75"/>
                                        </p:tgtEl>
                                        <p:attrNameLst>
                                          <p:attrName>ppt_w</p:attrName>
                                        </p:attrNameLst>
                                      </p:cBhvr>
                                      <p:tavLst>
                                        <p:tav tm="0">
                                          <p:val>
                                            <p:fltVal val="0"/>
                                          </p:val>
                                        </p:tav>
                                        <p:tav tm="100000">
                                          <p:val>
                                            <p:strVal val="#ppt_w"/>
                                          </p:val>
                                        </p:tav>
                                      </p:tavLst>
                                    </p:anim>
                                    <p:anim calcmode="lin" valueType="num">
                                      <p:cBhvr>
                                        <p:cTn id="132" dur="700" fill="hold"/>
                                        <p:tgtEl>
                                          <p:spTgt spid="75"/>
                                        </p:tgtEl>
                                        <p:attrNameLst>
                                          <p:attrName>ppt_h</p:attrName>
                                        </p:attrNameLst>
                                      </p:cBhvr>
                                      <p:tavLst>
                                        <p:tav tm="0">
                                          <p:val>
                                            <p:fltVal val="0"/>
                                          </p:val>
                                        </p:tav>
                                        <p:tav tm="100000">
                                          <p:val>
                                            <p:strVal val="#ppt_h"/>
                                          </p:val>
                                        </p:tav>
                                      </p:tavLst>
                                    </p:anim>
                                    <p:animEffect transition="in" filter="fade">
                                      <p:cBhvr>
                                        <p:cTn id="133" dur="700"/>
                                        <p:tgtEl>
                                          <p:spTgt spid="75"/>
                                        </p:tgtEl>
                                      </p:cBhvr>
                                    </p:animEffect>
                                  </p:childTnLst>
                                </p:cTn>
                              </p:par>
                              <p:par>
                                <p:cTn id="134" presetID="53" presetClass="entr" presetSubtype="16" fill="hold" nodeType="withEffect">
                                  <p:stCondLst>
                                    <p:cond delay="0"/>
                                  </p:stCondLst>
                                  <p:childTnLst>
                                    <p:set>
                                      <p:cBhvr>
                                        <p:cTn id="135" dur="1" fill="hold">
                                          <p:stCondLst>
                                            <p:cond delay="0"/>
                                          </p:stCondLst>
                                        </p:cTn>
                                        <p:tgtEl>
                                          <p:spTgt spid="83"/>
                                        </p:tgtEl>
                                        <p:attrNameLst>
                                          <p:attrName>style.visibility</p:attrName>
                                        </p:attrNameLst>
                                      </p:cBhvr>
                                      <p:to>
                                        <p:strVal val="visible"/>
                                      </p:to>
                                    </p:set>
                                    <p:anim calcmode="lin" valueType="num">
                                      <p:cBhvr>
                                        <p:cTn id="136" dur="700" fill="hold"/>
                                        <p:tgtEl>
                                          <p:spTgt spid="83"/>
                                        </p:tgtEl>
                                        <p:attrNameLst>
                                          <p:attrName>ppt_w</p:attrName>
                                        </p:attrNameLst>
                                      </p:cBhvr>
                                      <p:tavLst>
                                        <p:tav tm="0">
                                          <p:val>
                                            <p:fltVal val="0"/>
                                          </p:val>
                                        </p:tav>
                                        <p:tav tm="100000">
                                          <p:val>
                                            <p:strVal val="#ppt_w"/>
                                          </p:val>
                                        </p:tav>
                                      </p:tavLst>
                                    </p:anim>
                                    <p:anim calcmode="lin" valueType="num">
                                      <p:cBhvr>
                                        <p:cTn id="137" dur="700" fill="hold"/>
                                        <p:tgtEl>
                                          <p:spTgt spid="83"/>
                                        </p:tgtEl>
                                        <p:attrNameLst>
                                          <p:attrName>ppt_h</p:attrName>
                                        </p:attrNameLst>
                                      </p:cBhvr>
                                      <p:tavLst>
                                        <p:tav tm="0">
                                          <p:val>
                                            <p:fltVal val="0"/>
                                          </p:val>
                                        </p:tav>
                                        <p:tav tm="100000">
                                          <p:val>
                                            <p:strVal val="#ppt_h"/>
                                          </p:val>
                                        </p:tav>
                                      </p:tavLst>
                                    </p:anim>
                                    <p:animEffect transition="in" filter="fade">
                                      <p:cBhvr>
                                        <p:cTn id="138" dur="700"/>
                                        <p:tgtEl>
                                          <p:spTgt spid="83"/>
                                        </p:tgtEl>
                                      </p:cBhvr>
                                    </p:animEffect>
                                  </p:childTnLst>
                                </p:cTn>
                              </p:par>
                              <p:par>
                                <p:cTn id="139" presetID="42" presetClass="path" presetSubtype="0" accel="50000" decel="50000" fill="hold" nodeType="withEffect">
                                  <p:stCondLst>
                                    <p:cond delay="0"/>
                                  </p:stCondLst>
                                  <p:childTnLst>
                                    <p:animMotion origin="layout" path="M -5.55556E-7 3.58025E-6 L -0.24661 0.3395 " pathEditMode="relative" rAng="0" ptsTypes="AA">
                                      <p:cBhvr>
                                        <p:cTn id="140" dur="700" spd="-100000" fill="hold"/>
                                        <p:tgtEl>
                                          <p:spTgt spid="71"/>
                                        </p:tgtEl>
                                        <p:attrNameLst>
                                          <p:attrName>ppt_x</p:attrName>
                                          <p:attrName>ppt_y</p:attrName>
                                        </p:attrNameLst>
                                      </p:cBhvr>
                                      <p:rCtr x="-12335" y="16975"/>
                                    </p:animMotion>
                                  </p:childTnLst>
                                </p:cTn>
                              </p:par>
                              <p:par>
                                <p:cTn id="141" presetID="42" presetClass="path" presetSubtype="0" accel="50000" decel="50000" fill="hold" nodeType="withEffect">
                                  <p:stCondLst>
                                    <p:cond delay="0"/>
                                  </p:stCondLst>
                                  <p:childTnLst>
                                    <p:animMotion origin="layout" path="M 5E-6 -8.64198E-7 L -0.36728 0.31327 " pathEditMode="relative" rAng="0" ptsTypes="AA">
                                      <p:cBhvr>
                                        <p:cTn id="142" dur="700" spd="-100000" fill="hold"/>
                                        <p:tgtEl>
                                          <p:spTgt spid="73"/>
                                        </p:tgtEl>
                                        <p:attrNameLst>
                                          <p:attrName>ppt_x</p:attrName>
                                          <p:attrName>ppt_y</p:attrName>
                                        </p:attrNameLst>
                                      </p:cBhvr>
                                      <p:rCtr x="-18368" y="15664"/>
                                    </p:animMotion>
                                  </p:childTnLst>
                                </p:cTn>
                              </p:par>
                              <p:par>
                                <p:cTn id="143" presetID="42" presetClass="path" presetSubtype="0" accel="50000" decel="50000" fill="hold" nodeType="withEffect">
                                  <p:stCondLst>
                                    <p:cond delay="0"/>
                                  </p:stCondLst>
                                  <p:childTnLst>
                                    <p:animMotion origin="layout" path="M -1.38889E-6 3.95062E-6 L -0.46554 0.32808 " pathEditMode="relative" rAng="0" ptsTypes="AA">
                                      <p:cBhvr>
                                        <p:cTn id="144" dur="700" spd="-100000" fill="hold"/>
                                        <p:tgtEl>
                                          <p:spTgt spid="77"/>
                                        </p:tgtEl>
                                        <p:attrNameLst>
                                          <p:attrName>ppt_x</p:attrName>
                                          <p:attrName>ppt_y</p:attrName>
                                        </p:attrNameLst>
                                      </p:cBhvr>
                                      <p:rCtr x="-23281" y="16404"/>
                                    </p:animMotion>
                                  </p:childTnLst>
                                </p:cTn>
                              </p:par>
                              <p:par>
                                <p:cTn id="145" presetID="42" presetClass="path" presetSubtype="0" accel="50000" decel="50000" fill="hold" nodeType="withEffect">
                                  <p:stCondLst>
                                    <p:cond delay="0"/>
                                  </p:stCondLst>
                                  <p:childTnLst>
                                    <p:animMotion origin="layout" path="M 3.47222E-6 -1.97531E-6 L -0.46259 0.12948 " pathEditMode="relative" rAng="0" ptsTypes="AA">
                                      <p:cBhvr>
                                        <p:cTn id="146" dur="700" spd="-100000" fill="hold"/>
                                        <p:tgtEl>
                                          <p:spTgt spid="81"/>
                                        </p:tgtEl>
                                        <p:attrNameLst>
                                          <p:attrName>ppt_x</p:attrName>
                                          <p:attrName>ppt_y</p:attrName>
                                        </p:attrNameLst>
                                      </p:cBhvr>
                                      <p:rCtr x="-23134" y="6466"/>
                                    </p:animMotion>
                                  </p:childTnLst>
                                </p:cTn>
                              </p:par>
                              <p:par>
                                <p:cTn id="147" presetID="42" presetClass="path" presetSubtype="0" accel="50000" decel="50000" fill="hold" nodeType="withEffect">
                                  <p:stCondLst>
                                    <p:cond delay="0"/>
                                  </p:stCondLst>
                                  <p:childTnLst>
                                    <p:animMotion origin="layout" path="M 9.72222E-7 4.19753E-6 L -0.34497 0.14398 " pathEditMode="relative" rAng="0" ptsTypes="AA">
                                      <p:cBhvr>
                                        <p:cTn id="148" dur="700" spd="-100000" fill="hold"/>
                                        <p:tgtEl>
                                          <p:spTgt spid="79"/>
                                        </p:tgtEl>
                                        <p:attrNameLst>
                                          <p:attrName>ppt_x</p:attrName>
                                          <p:attrName>ppt_y</p:attrName>
                                        </p:attrNameLst>
                                      </p:cBhvr>
                                      <p:rCtr x="-17248" y="7191"/>
                                    </p:animMotion>
                                  </p:childTnLst>
                                </p:cTn>
                              </p:par>
                              <p:par>
                                <p:cTn id="149" presetID="42" presetClass="path" presetSubtype="0" accel="50000" decel="50000" fill="hold" nodeType="withEffect">
                                  <p:stCondLst>
                                    <p:cond delay="0"/>
                                  </p:stCondLst>
                                  <p:childTnLst>
                                    <p:animMotion origin="layout" path="M 2.22222E-6 4.19753E-6 L -0.24653 0.14398 " pathEditMode="relative" rAng="0" ptsTypes="AA">
                                      <p:cBhvr>
                                        <p:cTn id="150" dur="700" spd="-100000" fill="hold"/>
                                        <p:tgtEl>
                                          <p:spTgt spid="75"/>
                                        </p:tgtEl>
                                        <p:attrNameLst>
                                          <p:attrName>ppt_x</p:attrName>
                                          <p:attrName>ppt_y</p:attrName>
                                        </p:attrNameLst>
                                      </p:cBhvr>
                                      <p:rCtr x="-12326" y="7191"/>
                                    </p:animMotion>
                                  </p:childTnLst>
                                </p:cTn>
                              </p:par>
                              <p:par>
                                <p:cTn id="151" presetID="42" presetClass="path" presetSubtype="0" accel="50000" decel="50000" fill="hold" nodeType="withEffect">
                                  <p:stCondLst>
                                    <p:cond delay="0"/>
                                  </p:stCondLst>
                                  <p:childTnLst>
                                    <p:animMotion origin="layout" path="M 4.02778E-6 9.87654E-7 L -0.32822 -0.02238 " pathEditMode="relative" rAng="0" ptsTypes="AA">
                                      <p:cBhvr>
                                        <p:cTn id="152" dur="700" spd="-100000" fill="hold"/>
                                        <p:tgtEl>
                                          <p:spTgt spid="83"/>
                                        </p:tgtEl>
                                        <p:attrNameLst>
                                          <p:attrName>ppt_x</p:attrName>
                                          <p:attrName>ppt_y</p:attrName>
                                        </p:attrNameLst>
                                      </p:cBhvr>
                                      <p:rCtr x="-16415" y="-1127"/>
                                    </p:animMotion>
                                  </p:childTnLst>
                                </p:cTn>
                              </p:par>
                              <p:par>
                                <p:cTn id="153" presetID="6" presetClass="emph" presetSubtype="0" accel="50000" decel="50000" autoRev="1" fill="hold" nodeType="withEffect">
                                  <p:stCondLst>
                                    <p:cond delay="0"/>
                                  </p:stCondLst>
                                  <p:childTnLst>
                                    <p:animScale>
                                      <p:cBhvr>
                                        <p:cTn id="154" dur="200" fill="hold"/>
                                        <p:tgtEl>
                                          <p:spTgt spid="7"/>
                                        </p:tgtEl>
                                      </p:cBhvr>
                                      <p:by x="150000" y="150000"/>
                                    </p:animScale>
                                  </p:childTnLst>
                                </p:cTn>
                              </p:par>
                            </p:childTnLst>
                          </p:cTn>
                        </p:par>
                      </p:childTnLst>
                    </p:cTn>
                  </p:par>
                  <p:par>
                    <p:cTn id="155" fill="hold">
                      <p:stCondLst>
                        <p:cond delay="indefinite"/>
                      </p:stCondLst>
                      <p:childTnLst>
                        <p:par>
                          <p:cTn id="156" fill="hold">
                            <p:stCondLst>
                              <p:cond delay="0"/>
                            </p:stCondLst>
                            <p:childTnLst>
                              <p:par>
                                <p:cTn id="157" presetID="53" presetClass="exit" presetSubtype="32" fill="hold" nodeType="clickEffect">
                                  <p:stCondLst>
                                    <p:cond delay="0"/>
                                  </p:stCondLst>
                                  <p:childTnLst>
                                    <p:anim calcmode="lin" valueType="num">
                                      <p:cBhvr>
                                        <p:cTn id="158" dur="700"/>
                                        <p:tgtEl>
                                          <p:spTgt spid="71"/>
                                        </p:tgtEl>
                                        <p:attrNameLst>
                                          <p:attrName>ppt_w</p:attrName>
                                        </p:attrNameLst>
                                      </p:cBhvr>
                                      <p:tavLst>
                                        <p:tav tm="0">
                                          <p:val>
                                            <p:strVal val="ppt_w"/>
                                          </p:val>
                                        </p:tav>
                                        <p:tav tm="100000">
                                          <p:val>
                                            <p:fltVal val="0"/>
                                          </p:val>
                                        </p:tav>
                                      </p:tavLst>
                                    </p:anim>
                                    <p:anim calcmode="lin" valueType="num">
                                      <p:cBhvr>
                                        <p:cTn id="159" dur="700"/>
                                        <p:tgtEl>
                                          <p:spTgt spid="71"/>
                                        </p:tgtEl>
                                        <p:attrNameLst>
                                          <p:attrName>ppt_h</p:attrName>
                                        </p:attrNameLst>
                                      </p:cBhvr>
                                      <p:tavLst>
                                        <p:tav tm="0">
                                          <p:val>
                                            <p:strVal val="ppt_h"/>
                                          </p:val>
                                        </p:tav>
                                        <p:tav tm="100000">
                                          <p:val>
                                            <p:fltVal val="0"/>
                                          </p:val>
                                        </p:tav>
                                      </p:tavLst>
                                    </p:anim>
                                    <p:animEffect transition="out" filter="fade">
                                      <p:cBhvr>
                                        <p:cTn id="160" dur="700"/>
                                        <p:tgtEl>
                                          <p:spTgt spid="71"/>
                                        </p:tgtEl>
                                      </p:cBhvr>
                                    </p:animEffect>
                                    <p:set>
                                      <p:cBhvr>
                                        <p:cTn id="161" dur="1" fill="hold">
                                          <p:stCondLst>
                                            <p:cond delay="699"/>
                                          </p:stCondLst>
                                        </p:cTn>
                                        <p:tgtEl>
                                          <p:spTgt spid="71"/>
                                        </p:tgtEl>
                                        <p:attrNameLst>
                                          <p:attrName>style.visibility</p:attrName>
                                        </p:attrNameLst>
                                      </p:cBhvr>
                                      <p:to>
                                        <p:strVal val="hidden"/>
                                      </p:to>
                                    </p:set>
                                  </p:childTnLst>
                                </p:cTn>
                              </p:par>
                              <p:par>
                                <p:cTn id="162" presetID="42" presetClass="path" presetSubtype="0" accel="50000" decel="50000" fill="hold" nodeType="withEffect">
                                  <p:stCondLst>
                                    <p:cond delay="0"/>
                                  </p:stCondLst>
                                  <p:childTnLst>
                                    <p:animMotion origin="layout" path="M -5.55556E-7 3.58025E-6 L -0.23542 0.32885 " pathEditMode="relative" rAng="0" ptsTypes="AA">
                                      <p:cBhvr>
                                        <p:cTn id="163" dur="700" fill="hold"/>
                                        <p:tgtEl>
                                          <p:spTgt spid="71"/>
                                        </p:tgtEl>
                                        <p:attrNameLst>
                                          <p:attrName>ppt_x</p:attrName>
                                          <p:attrName>ppt_y</p:attrName>
                                        </p:attrNameLst>
                                      </p:cBhvr>
                                      <p:rCtr x="-11771" y="16435"/>
                                    </p:animMotion>
                                  </p:childTnLst>
                                </p:cTn>
                              </p:par>
                              <p:par>
                                <p:cTn id="164" presetID="53" presetClass="exit" presetSubtype="32" fill="hold" nodeType="withEffect">
                                  <p:stCondLst>
                                    <p:cond delay="0"/>
                                  </p:stCondLst>
                                  <p:childTnLst>
                                    <p:anim calcmode="lin" valueType="num">
                                      <p:cBhvr>
                                        <p:cTn id="165" dur="700"/>
                                        <p:tgtEl>
                                          <p:spTgt spid="73"/>
                                        </p:tgtEl>
                                        <p:attrNameLst>
                                          <p:attrName>ppt_w</p:attrName>
                                        </p:attrNameLst>
                                      </p:cBhvr>
                                      <p:tavLst>
                                        <p:tav tm="0">
                                          <p:val>
                                            <p:strVal val="ppt_w"/>
                                          </p:val>
                                        </p:tav>
                                        <p:tav tm="100000">
                                          <p:val>
                                            <p:fltVal val="0"/>
                                          </p:val>
                                        </p:tav>
                                      </p:tavLst>
                                    </p:anim>
                                    <p:anim calcmode="lin" valueType="num">
                                      <p:cBhvr>
                                        <p:cTn id="166" dur="700"/>
                                        <p:tgtEl>
                                          <p:spTgt spid="73"/>
                                        </p:tgtEl>
                                        <p:attrNameLst>
                                          <p:attrName>ppt_h</p:attrName>
                                        </p:attrNameLst>
                                      </p:cBhvr>
                                      <p:tavLst>
                                        <p:tav tm="0">
                                          <p:val>
                                            <p:strVal val="ppt_h"/>
                                          </p:val>
                                        </p:tav>
                                        <p:tav tm="100000">
                                          <p:val>
                                            <p:fltVal val="0"/>
                                          </p:val>
                                        </p:tav>
                                      </p:tavLst>
                                    </p:anim>
                                    <p:animEffect transition="out" filter="fade">
                                      <p:cBhvr>
                                        <p:cTn id="167" dur="700"/>
                                        <p:tgtEl>
                                          <p:spTgt spid="73"/>
                                        </p:tgtEl>
                                      </p:cBhvr>
                                    </p:animEffect>
                                    <p:set>
                                      <p:cBhvr>
                                        <p:cTn id="168" dur="1" fill="hold">
                                          <p:stCondLst>
                                            <p:cond delay="699"/>
                                          </p:stCondLst>
                                        </p:cTn>
                                        <p:tgtEl>
                                          <p:spTgt spid="73"/>
                                        </p:tgtEl>
                                        <p:attrNameLst>
                                          <p:attrName>style.visibility</p:attrName>
                                        </p:attrNameLst>
                                      </p:cBhvr>
                                      <p:to>
                                        <p:strVal val="hidden"/>
                                      </p:to>
                                    </p:set>
                                  </p:childTnLst>
                                </p:cTn>
                              </p:par>
                              <p:par>
                                <p:cTn id="169" presetID="42" presetClass="path" presetSubtype="0" accel="50000" decel="50000" fill="hold" nodeType="withEffect">
                                  <p:stCondLst>
                                    <p:cond delay="0"/>
                                  </p:stCondLst>
                                  <p:childTnLst>
                                    <p:animMotion origin="layout" path="M 5E-6 -8.64198E-7 L -0.37822 0.31327 " pathEditMode="relative" rAng="0" ptsTypes="AA">
                                      <p:cBhvr>
                                        <p:cTn id="170" dur="700" fill="hold"/>
                                        <p:tgtEl>
                                          <p:spTgt spid="73"/>
                                        </p:tgtEl>
                                        <p:attrNameLst>
                                          <p:attrName>ppt_x</p:attrName>
                                          <p:attrName>ppt_y</p:attrName>
                                        </p:attrNameLst>
                                      </p:cBhvr>
                                      <p:rCtr x="-18915" y="15664"/>
                                    </p:animMotion>
                                  </p:childTnLst>
                                </p:cTn>
                              </p:par>
                              <p:par>
                                <p:cTn id="171" presetID="53" presetClass="exit" presetSubtype="32" fill="hold" nodeType="withEffect">
                                  <p:stCondLst>
                                    <p:cond delay="0"/>
                                  </p:stCondLst>
                                  <p:childTnLst>
                                    <p:anim calcmode="lin" valueType="num">
                                      <p:cBhvr>
                                        <p:cTn id="172" dur="700"/>
                                        <p:tgtEl>
                                          <p:spTgt spid="77"/>
                                        </p:tgtEl>
                                        <p:attrNameLst>
                                          <p:attrName>ppt_w</p:attrName>
                                        </p:attrNameLst>
                                      </p:cBhvr>
                                      <p:tavLst>
                                        <p:tav tm="0">
                                          <p:val>
                                            <p:strVal val="ppt_w"/>
                                          </p:val>
                                        </p:tav>
                                        <p:tav tm="100000">
                                          <p:val>
                                            <p:fltVal val="0"/>
                                          </p:val>
                                        </p:tav>
                                      </p:tavLst>
                                    </p:anim>
                                    <p:anim calcmode="lin" valueType="num">
                                      <p:cBhvr>
                                        <p:cTn id="173" dur="700"/>
                                        <p:tgtEl>
                                          <p:spTgt spid="77"/>
                                        </p:tgtEl>
                                        <p:attrNameLst>
                                          <p:attrName>ppt_h</p:attrName>
                                        </p:attrNameLst>
                                      </p:cBhvr>
                                      <p:tavLst>
                                        <p:tav tm="0">
                                          <p:val>
                                            <p:strVal val="ppt_h"/>
                                          </p:val>
                                        </p:tav>
                                        <p:tav tm="100000">
                                          <p:val>
                                            <p:fltVal val="0"/>
                                          </p:val>
                                        </p:tav>
                                      </p:tavLst>
                                    </p:anim>
                                    <p:animEffect transition="out" filter="fade">
                                      <p:cBhvr>
                                        <p:cTn id="174" dur="700"/>
                                        <p:tgtEl>
                                          <p:spTgt spid="77"/>
                                        </p:tgtEl>
                                      </p:cBhvr>
                                    </p:animEffect>
                                    <p:set>
                                      <p:cBhvr>
                                        <p:cTn id="175" dur="1" fill="hold">
                                          <p:stCondLst>
                                            <p:cond delay="699"/>
                                          </p:stCondLst>
                                        </p:cTn>
                                        <p:tgtEl>
                                          <p:spTgt spid="77"/>
                                        </p:tgtEl>
                                        <p:attrNameLst>
                                          <p:attrName>style.visibility</p:attrName>
                                        </p:attrNameLst>
                                      </p:cBhvr>
                                      <p:to>
                                        <p:strVal val="hidden"/>
                                      </p:to>
                                    </p:set>
                                  </p:childTnLst>
                                </p:cTn>
                              </p:par>
                              <p:par>
                                <p:cTn id="176" presetID="42" presetClass="path" presetSubtype="0" accel="50000" decel="50000" fill="hold" nodeType="withEffect">
                                  <p:stCondLst>
                                    <p:cond delay="0"/>
                                  </p:stCondLst>
                                  <p:childTnLst>
                                    <p:animMotion origin="layout" path="M -1.38889E-6 3.95062E-6 L -0.46285 0.36203 " pathEditMode="relative" rAng="0" ptsTypes="AA">
                                      <p:cBhvr>
                                        <p:cTn id="177" dur="700" fill="hold"/>
                                        <p:tgtEl>
                                          <p:spTgt spid="77"/>
                                        </p:tgtEl>
                                        <p:attrNameLst>
                                          <p:attrName>ppt_x</p:attrName>
                                          <p:attrName>ppt_y</p:attrName>
                                        </p:attrNameLst>
                                      </p:cBhvr>
                                      <p:rCtr x="-23142" y="18102"/>
                                    </p:animMotion>
                                  </p:childTnLst>
                                </p:cTn>
                              </p:par>
                              <p:par>
                                <p:cTn id="178" presetID="53" presetClass="exit" presetSubtype="32" fill="hold" nodeType="withEffect">
                                  <p:stCondLst>
                                    <p:cond delay="0"/>
                                  </p:stCondLst>
                                  <p:childTnLst>
                                    <p:anim calcmode="lin" valueType="num">
                                      <p:cBhvr>
                                        <p:cTn id="179" dur="700"/>
                                        <p:tgtEl>
                                          <p:spTgt spid="81"/>
                                        </p:tgtEl>
                                        <p:attrNameLst>
                                          <p:attrName>ppt_w</p:attrName>
                                        </p:attrNameLst>
                                      </p:cBhvr>
                                      <p:tavLst>
                                        <p:tav tm="0">
                                          <p:val>
                                            <p:strVal val="ppt_w"/>
                                          </p:val>
                                        </p:tav>
                                        <p:tav tm="100000">
                                          <p:val>
                                            <p:fltVal val="0"/>
                                          </p:val>
                                        </p:tav>
                                      </p:tavLst>
                                    </p:anim>
                                    <p:anim calcmode="lin" valueType="num">
                                      <p:cBhvr>
                                        <p:cTn id="180" dur="700"/>
                                        <p:tgtEl>
                                          <p:spTgt spid="81"/>
                                        </p:tgtEl>
                                        <p:attrNameLst>
                                          <p:attrName>ppt_h</p:attrName>
                                        </p:attrNameLst>
                                      </p:cBhvr>
                                      <p:tavLst>
                                        <p:tav tm="0">
                                          <p:val>
                                            <p:strVal val="ppt_h"/>
                                          </p:val>
                                        </p:tav>
                                        <p:tav tm="100000">
                                          <p:val>
                                            <p:fltVal val="0"/>
                                          </p:val>
                                        </p:tav>
                                      </p:tavLst>
                                    </p:anim>
                                    <p:animEffect transition="out" filter="fade">
                                      <p:cBhvr>
                                        <p:cTn id="181" dur="700"/>
                                        <p:tgtEl>
                                          <p:spTgt spid="81"/>
                                        </p:tgtEl>
                                      </p:cBhvr>
                                    </p:animEffect>
                                    <p:set>
                                      <p:cBhvr>
                                        <p:cTn id="182" dur="1" fill="hold">
                                          <p:stCondLst>
                                            <p:cond delay="699"/>
                                          </p:stCondLst>
                                        </p:cTn>
                                        <p:tgtEl>
                                          <p:spTgt spid="81"/>
                                        </p:tgtEl>
                                        <p:attrNameLst>
                                          <p:attrName>style.visibility</p:attrName>
                                        </p:attrNameLst>
                                      </p:cBhvr>
                                      <p:to>
                                        <p:strVal val="hidden"/>
                                      </p:to>
                                    </p:set>
                                  </p:childTnLst>
                                </p:cTn>
                              </p:par>
                              <p:par>
                                <p:cTn id="183" presetID="42" presetClass="path" presetSubtype="0" accel="50000" decel="50000" fill="hold" nodeType="withEffect">
                                  <p:stCondLst>
                                    <p:cond delay="0"/>
                                  </p:stCondLst>
                                  <p:childTnLst>
                                    <p:animMotion origin="layout" path="M 3.47222E-6 -1.97531E-6 L -0.46259 0.16451 " pathEditMode="relative" rAng="0" ptsTypes="AA">
                                      <p:cBhvr>
                                        <p:cTn id="184" dur="700" fill="hold"/>
                                        <p:tgtEl>
                                          <p:spTgt spid="81"/>
                                        </p:tgtEl>
                                        <p:attrNameLst>
                                          <p:attrName>ppt_x</p:attrName>
                                          <p:attrName>ppt_y</p:attrName>
                                        </p:attrNameLst>
                                      </p:cBhvr>
                                      <p:rCtr x="-23134" y="8225"/>
                                    </p:animMotion>
                                  </p:childTnLst>
                                </p:cTn>
                              </p:par>
                              <p:par>
                                <p:cTn id="185" presetID="53" presetClass="exit" presetSubtype="32" fill="hold" nodeType="withEffect">
                                  <p:stCondLst>
                                    <p:cond delay="0"/>
                                  </p:stCondLst>
                                  <p:childTnLst>
                                    <p:anim calcmode="lin" valueType="num">
                                      <p:cBhvr>
                                        <p:cTn id="186" dur="700"/>
                                        <p:tgtEl>
                                          <p:spTgt spid="83"/>
                                        </p:tgtEl>
                                        <p:attrNameLst>
                                          <p:attrName>ppt_w</p:attrName>
                                        </p:attrNameLst>
                                      </p:cBhvr>
                                      <p:tavLst>
                                        <p:tav tm="0">
                                          <p:val>
                                            <p:strVal val="ppt_w"/>
                                          </p:val>
                                        </p:tav>
                                        <p:tav tm="100000">
                                          <p:val>
                                            <p:fltVal val="0"/>
                                          </p:val>
                                        </p:tav>
                                      </p:tavLst>
                                    </p:anim>
                                    <p:anim calcmode="lin" valueType="num">
                                      <p:cBhvr>
                                        <p:cTn id="187" dur="700"/>
                                        <p:tgtEl>
                                          <p:spTgt spid="83"/>
                                        </p:tgtEl>
                                        <p:attrNameLst>
                                          <p:attrName>ppt_h</p:attrName>
                                        </p:attrNameLst>
                                      </p:cBhvr>
                                      <p:tavLst>
                                        <p:tav tm="0">
                                          <p:val>
                                            <p:strVal val="ppt_h"/>
                                          </p:val>
                                        </p:tav>
                                        <p:tav tm="100000">
                                          <p:val>
                                            <p:fltVal val="0"/>
                                          </p:val>
                                        </p:tav>
                                      </p:tavLst>
                                    </p:anim>
                                    <p:animEffect transition="out" filter="fade">
                                      <p:cBhvr>
                                        <p:cTn id="188" dur="700"/>
                                        <p:tgtEl>
                                          <p:spTgt spid="83"/>
                                        </p:tgtEl>
                                      </p:cBhvr>
                                    </p:animEffect>
                                    <p:set>
                                      <p:cBhvr>
                                        <p:cTn id="189" dur="1" fill="hold">
                                          <p:stCondLst>
                                            <p:cond delay="699"/>
                                          </p:stCondLst>
                                        </p:cTn>
                                        <p:tgtEl>
                                          <p:spTgt spid="83"/>
                                        </p:tgtEl>
                                        <p:attrNameLst>
                                          <p:attrName>style.visibility</p:attrName>
                                        </p:attrNameLst>
                                      </p:cBhvr>
                                      <p:to>
                                        <p:strVal val="hidden"/>
                                      </p:to>
                                    </p:set>
                                  </p:childTnLst>
                                </p:cTn>
                              </p:par>
                              <p:par>
                                <p:cTn id="190" presetID="42" presetClass="path" presetSubtype="0" accel="50000" decel="50000" fill="hold" nodeType="withEffect">
                                  <p:stCondLst>
                                    <p:cond delay="0"/>
                                  </p:stCondLst>
                                  <p:childTnLst>
                                    <p:animMotion origin="layout" path="M 4.02778E-6 9.87654E-7 L -0.32266 -0.03688 " pathEditMode="relative" rAng="0" ptsTypes="AA">
                                      <p:cBhvr>
                                        <p:cTn id="191" dur="700" fill="hold"/>
                                        <p:tgtEl>
                                          <p:spTgt spid="83"/>
                                        </p:tgtEl>
                                        <p:attrNameLst>
                                          <p:attrName>ppt_x</p:attrName>
                                          <p:attrName>ppt_y</p:attrName>
                                        </p:attrNameLst>
                                      </p:cBhvr>
                                      <p:rCtr x="-16137" y="-1852"/>
                                    </p:animMotion>
                                  </p:childTnLst>
                                </p:cTn>
                              </p:par>
                              <p:par>
                                <p:cTn id="192" presetID="53" presetClass="exit" presetSubtype="32" fill="hold" nodeType="withEffect">
                                  <p:stCondLst>
                                    <p:cond delay="0"/>
                                  </p:stCondLst>
                                  <p:childTnLst>
                                    <p:anim calcmode="lin" valueType="num">
                                      <p:cBhvr>
                                        <p:cTn id="193" dur="700"/>
                                        <p:tgtEl>
                                          <p:spTgt spid="79"/>
                                        </p:tgtEl>
                                        <p:attrNameLst>
                                          <p:attrName>ppt_w</p:attrName>
                                        </p:attrNameLst>
                                      </p:cBhvr>
                                      <p:tavLst>
                                        <p:tav tm="0">
                                          <p:val>
                                            <p:strVal val="ppt_w"/>
                                          </p:val>
                                        </p:tav>
                                        <p:tav tm="100000">
                                          <p:val>
                                            <p:fltVal val="0"/>
                                          </p:val>
                                        </p:tav>
                                      </p:tavLst>
                                    </p:anim>
                                    <p:anim calcmode="lin" valueType="num">
                                      <p:cBhvr>
                                        <p:cTn id="194" dur="700"/>
                                        <p:tgtEl>
                                          <p:spTgt spid="79"/>
                                        </p:tgtEl>
                                        <p:attrNameLst>
                                          <p:attrName>ppt_h</p:attrName>
                                        </p:attrNameLst>
                                      </p:cBhvr>
                                      <p:tavLst>
                                        <p:tav tm="0">
                                          <p:val>
                                            <p:strVal val="ppt_h"/>
                                          </p:val>
                                        </p:tav>
                                        <p:tav tm="100000">
                                          <p:val>
                                            <p:fltVal val="0"/>
                                          </p:val>
                                        </p:tav>
                                      </p:tavLst>
                                    </p:anim>
                                    <p:animEffect transition="out" filter="fade">
                                      <p:cBhvr>
                                        <p:cTn id="195" dur="700"/>
                                        <p:tgtEl>
                                          <p:spTgt spid="79"/>
                                        </p:tgtEl>
                                      </p:cBhvr>
                                    </p:animEffect>
                                    <p:set>
                                      <p:cBhvr>
                                        <p:cTn id="196" dur="1" fill="hold">
                                          <p:stCondLst>
                                            <p:cond delay="699"/>
                                          </p:stCondLst>
                                        </p:cTn>
                                        <p:tgtEl>
                                          <p:spTgt spid="79"/>
                                        </p:tgtEl>
                                        <p:attrNameLst>
                                          <p:attrName>style.visibility</p:attrName>
                                        </p:attrNameLst>
                                      </p:cBhvr>
                                      <p:to>
                                        <p:strVal val="hidden"/>
                                      </p:to>
                                    </p:set>
                                  </p:childTnLst>
                                </p:cTn>
                              </p:par>
                              <p:par>
                                <p:cTn id="197" presetID="42" presetClass="path" presetSubtype="0" accel="50000" decel="50000" fill="hold" nodeType="withEffect">
                                  <p:stCondLst>
                                    <p:cond delay="0"/>
                                  </p:stCondLst>
                                  <p:childTnLst>
                                    <p:animMotion origin="layout" path="M 9.72222E-7 4.19753E-6 L -0.34948 0.14398 " pathEditMode="relative" rAng="0" ptsTypes="AA">
                                      <p:cBhvr>
                                        <p:cTn id="198" dur="700" fill="hold"/>
                                        <p:tgtEl>
                                          <p:spTgt spid="79"/>
                                        </p:tgtEl>
                                        <p:attrNameLst>
                                          <p:attrName>ppt_x</p:attrName>
                                          <p:attrName>ppt_y</p:attrName>
                                        </p:attrNameLst>
                                      </p:cBhvr>
                                      <p:rCtr x="-17474" y="7191"/>
                                    </p:animMotion>
                                  </p:childTnLst>
                                </p:cTn>
                              </p:par>
                              <p:par>
                                <p:cTn id="199" presetID="53" presetClass="exit" presetSubtype="32" fill="hold" nodeType="withEffect">
                                  <p:stCondLst>
                                    <p:cond delay="0"/>
                                  </p:stCondLst>
                                  <p:childTnLst>
                                    <p:anim calcmode="lin" valueType="num">
                                      <p:cBhvr>
                                        <p:cTn id="200" dur="700"/>
                                        <p:tgtEl>
                                          <p:spTgt spid="75"/>
                                        </p:tgtEl>
                                        <p:attrNameLst>
                                          <p:attrName>ppt_w</p:attrName>
                                        </p:attrNameLst>
                                      </p:cBhvr>
                                      <p:tavLst>
                                        <p:tav tm="0">
                                          <p:val>
                                            <p:strVal val="ppt_w"/>
                                          </p:val>
                                        </p:tav>
                                        <p:tav tm="100000">
                                          <p:val>
                                            <p:fltVal val="0"/>
                                          </p:val>
                                        </p:tav>
                                      </p:tavLst>
                                    </p:anim>
                                    <p:anim calcmode="lin" valueType="num">
                                      <p:cBhvr>
                                        <p:cTn id="201" dur="700"/>
                                        <p:tgtEl>
                                          <p:spTgt spid="75"/>
                                        </p:tgtEl>
                                        <p:attrNameLst>
                                          <p:attrName>ppt_h</p:attrName>
                                        </p:attrNameLst>
                                      </p:cBhvr>
                                      <p:tavLst>
                                        <p:tav tm="0">
                                          <p:val>
                                            <p:strVal val="ppt_h"/>
                                          </p:val>
                                        </p:tav>
                                        <p:tav tm="100000">
                                          <p:val>
                                            <p:fltVal val="0"/>
                                          </p:val>
                                        </p:tav>
                                      </p:tavLst>
                                    </p:anim>
                                    <p:animEffect transition="out" filter="fade">
                                      <p:cBhvr>
                                        <p:cTn id="202" dur="700"/>
                                        <p:tgtEl>
                                          <p:spTgt spid="75"/>
                                        </p:tgtEl>
                                      </p:cBhvr>
                                    </p:animEffect>
                                    <p:set>
                                      <p:cBhvr>
                                        <p:cTn id="203" dur="1" fill="hold">
                                          <p:stCondLst>
                                            <p:cond delay="699"/>
                                          </p:stCondLst>
                                        </p:cTn>
                                        <p:tgtEl>
                                          <p:spTgt spid="75"/>
                                        </p:tgtEl>
                                        <p:attrNameLst>
                                          <p:attrName>style.visibility</p:attrName>
                                        </p:attrNameLst>
                                      </p:cBhvr>
                                      <p:to>
                                        <p:strVal val="hidden"/>
                                      </p:to>
                                    </p:set>
                                  </p:childTnLst>
                                </p:cTn>
                              </p:par>
                              <p:par>
                                <p:cTn id="204" presetID="42" presetClass="path" presetSubtype="0" accel="50000" decel="50000" fill="hold" nodeType="withEffect">
                                  <p:stCondLst>
                                    <p:cond delay="0"/>
                                  </p:stCondLst>
                                  <p:childTnLst>
                                    <p:animMotion origin="layout" path="M 2.22222E-6 4.19753E-6 L -0.24419 0.17901 " pathEditMode="relative" rAng="0" ptsTypes="AA">
                                      <p:cBhvr>
                                        <p:cTn id="205" dur="700" fill="hold"/>
                                        <p:tgtEl>
                                          <p:spTgt spid="75"/>
                                        </p:tgtEl>
                                        <p:attrNameLst>
                                          <p:attrName>ppt_x</p:attrName>
                                          <p:attrName>ppt_y</p:attrName>
                                        </p:attrNameLst>
                                      </p:cBhvr>
                                      <p:rCtr x="-12214" y="8951"/>
                                    </p:animMotion>
                                  </p:childTnLst>
                                </p:cTn>
                              </p:par>
                              <p:par>
                                <p:cTn id="206" presetID="6" presetClass="emph" presetSubtype="0" accel="5000" decel="5000" autoRev="1" fill="hold" nodeType="withEffect">
                                  <p:stCondLst>
                                    <p:cond delay="0"/>
                                  </p:stCondLst>
                                  <p:childTnLst>
                                    <p:animScale>
                                      <p:cBhvr>
                                        <p:cTn id="207" dur="200" fill="hold"/>
                                        <p:tgtEl>
                                          <p:spTgt spid="7"/>
                                        </p:tgtEl>
                                      </p:cBhvr>
                                      <p:by x="150000" y="150000"/>
                                    </p:animScale>
                                  </p:childTnLst>
                                </p:cTn>
                              </p:par>
                            </p:childTnLst>
                          </p:cTn>
                        </p:par>
                      </p:childTnLst>
                    </p:cTn>
                  </p:par>
                </p:childTnLst>
              </p:cTn>
              <p:nextCondLst>
                <p:cond evt="onClick" delay="0">
                  <p:tgtEl>
                    <p:spTgt spid="7"/>
                  </p:tgtEl>
                </p:cond>
              </p:nextCondLst>
            </p:seq>
            <p:seq concurrent="1" nextAc="seek">
              <p:cTn id="208" restart="whenNotActive" fill="hold" evtFilter="cancelBubble" nodeType="interactiveSeq">
                <p:stCondLst>
                  <p:cond evt="onClick" delay="0">
                    <p:tgtEl>
                      <p:spTgt spid="32"/>
                    </p:tgtEl>
                  </p:cond>
                </p:stCondLst>
                <p:endSync evt="end" delay="0">
                  <p:rtn val="all"/>
                </p:endSync>
                <p:childTnLst>
                  <p:par>
                    <p:cTn id="209" fill="hold">
                      <p:stCondLst>
                        <p:cond delay="0"/>
                      </p:stCondLst>
                      <p:childTnLst>
                        <p:par>
                          <p:cTn id="210" fill="hold">
                            <p:stCondLst>
                              <p:cond delay="0"/>
                            </p:stCondLst>
                            <p:childTnLst>
                              <p:par>
                                <p:cTn id="211" presetID="53" presetClass="entr" presetSubtype="16" fill="hold" nodeType="clickEffect">
                                  <p:stCondLst>
                                    <p:cond delay="0"/>
                                  </p:stCondLst>
                                  <p:childTnLst>
                                    <p:set>
                                      <p:cBhvr>
                                        <p:cTn id="212" dur="1" fill="hold">
                                          <p:stCondLst>
                                            <p:cond delay="0"/>
                                          </p:stCondLst>
                                        </p:cTn>
                                        <p:tgtEl>
                                          <p:spTgt spid="85"/>
                                        </p:tgtEl>
                                        <p:attrNameLst>
                                          <p:attrName>style.visibility</p:attrName>
                                        </p:attrNameLst>
                                      </p:cBhvr>
                                      <p:to>
                                        <p:strVal val="visible"/>
                                      </p:to>
                                    </p:set>
                                    <p:anim calcmode="lin" valueType="num">
                                      <p:cBhvr>
                                        <p:cTn id="213" dur="700" fill="hold"/>
                                        <p:tgtEl>
                                          <p:spTgt spid="85"/>
                                        </p:tgtEl>
                                        <p:attrNameLst>
                                          <p:attrName>ppt_w</p:attrName>
                                        </p:attrNameLst>
                                      </p:cBhvr>
                                      <p:tavLst>
                                        <p:tav tm="0">
                                          <p:val>
                                            <p:fltVal val="0"/>
                                          </p:val>
                                        </p:tav>
                                        <p:tav tm="100000">
                                          <p:val>
                                            <p:strVal val="#ppt_w"/>
                                          </p:val>
                                        </p:tav>
                                      </p:tavLst>
                                    </p:anim>
                                    <p:anim calcmode="lin" valueType="num">
                                      <p:cBhvr>
                                        <p:cTn id="214" dur="700" fill="hold"/>
                                        <p:tgtEl>
                                          <p:spTgt spid="85"/>
                                        </p:tgtEl>
                                        <p:attrNameLst>
                                          <p:attrName>ppt_h</p:attrName>
                                        </p:attrNameLst>
                                      </p:cBhvr>
                                      <p:tavLst>
                                        <p:tav tm="0">
                                          <p:val>
                                            <p:fltVal val="0"/>
                                          </p:val>
                                        </p:tav>
                                        <p:tav tm="100000">
                                          <p:val>
                                            <p:strVal val="#ppt_h"/>
                                          </p:val>
                                        </p:tav>
                                      </p:tavLst>
                                    </p:anim>
                                    <p:animEffect transition="in" filter="fade">
                                      <p:cBhvr>
                                        <p:cTn id="215" dur="700"/>
                                        <p:tgtEl>
                                          <p:spTgt spid="85"/>
                                        </p:tgtEl>
                                      </p:cBhvr>
                                    </p:animEffect>
                                  </p:childTnLst>
                                </p:cTn>
                              </p:par>
                              <p:par>
                                <p:cTn id="216" presetID="42" presetClass="path" presetSubtype="0" accel="50000" decel="50000" fill="hold" nodeType="withEffect">
                                  <p:stCondLst>
                                    <p:cond delay="0"/>
                                  </p:stCondLst>
                                  <p:childTnLst>
                                    <p:animMotion origin="layout" path="M -1.25E-6 3.33333E-6 L -0.32578 -0.24676 " pathEditMode="relative" rAng="0" ptsTypes="AA">
                                      <p:cBhvr>
                                        <p:cTn id="217" dur="700" spd="-100000" fill="hold"/>
                                        <p:tgtEl>
                                          <p:spTgt spid="85"/>
                                        </p:tgtEl>
                                        <p:attrNameLst>
                                          <p:attrName>ppt_x</p:attrName>
                                          <p:attrName>ppt_y</p:attrName>
                                        </p:attrNameLst>
                                      </p:cBhvr>
                                      <p:rCtr x="-16293" y="-12346"/>
                                    </p:animMotion>
                                  </p:childTnLst>
                                </p:cTn>
                              </p:par>
                              <p:par>
                                <p:cTn id="218" presetID="6" presetClass="emph" presetSubtype="0" accel="50000" decel="50000" autoRev="1" fill="hold" nodeType="withEffect">
                                  <p:stCondLst>
                                    <p:cond delay="0"/>
                                  </p:stCondLst>
                                  <p:childTnLst>
                                    <p:animScale>
                                      <p:cBhvr>
                                        <p:cTn id="219" dur="200" fill="hold"/>
                                        <p:tgtEl>
                                          <p:spTgt spid="32"/>
                                        </p:tgtEl>
                                      </p:cBhvr>
                                      <p:by x="90000" y="90000"/>
                                    </p:animScale>
                                  </p:childTnLst>
                                </p:cTn>
                              </p:par>
                            </p:childTnLst>
                          </p:cTn>
                        </p:par>
                      </p:childTnLst>
                    </p:cTn>
                  </p:par>
                  <p:par>
                    <p:cTn id="220" fill="hold">
                      <p:stCondLst>
                        <p:cond delay="indefinite"/>
                      </p:stCondLst>
                      <p:childTnLst>
                        <p:par>
                          <p:cTn id="221" fill="hold">
                            <p:stCondLst>
                              <p:cond delay="0"/>
                            </p:stCondLst>
                            <p:childTnLst>
                              <p:par>
                                <p:cTn id="222" presetID="53" presetClass="exit" presetSubtype="32" fill="hold" nodeType="clickEffect">
                                  <p:stCondLst>
                                    <p:cond delay="0"/>
                                  </p:stCondLst>
                                  <p:childTnLst>
                                    <p:anim calcmode="lin" valueType="num">
                                      <p:cBhvr>
                                        <p:cTn id="223" dur="700"/>
                                        <p:tgtEl>
                                          <p:spTgt spid="85"/>
                                        </p:tgtEl>
                                        <p:attrNameLst>
                                          <p:attrName>ppt_w</p:attrName>
                                        </p:attrNameLst>
                                      </p:cBhvr>
                                      <p:tavLst>
                                        <p:tav tm="0">
                                          <p:val>
                                            <p:strVal val="ppt_w"/>
                                          </p:val>
                                        </p:tav>
                                        <p:tav tm="100000">
                                          <p:val>
                                            <p:fltVal val="0"/>
                                          </p:val>
                                        </p:tav>
                                      </p:tavLst>
                                    </p:anim>
                                    <p:anim calcmode="lin" valueType="num">
                                      <p:cBhvr>
                                        <p:cTn id="224" dur="700"/>
                                        <p:tgtEl>
                                          <p:spTgt spid="85"/>
                                        </p:tgtEl>
                                        <p:attrNameLst>
                                          <p:attrName>ppt_h</p:attrName>
                                        </p:attrNameLst>
                                      </p:cBhvr>
                                      <p:tavLst>
                                        <p:tav tm="0">
                                          <p:val>
                                            <p:strVal val="ppt_h"/>
                                          </p:val>
                                        </p:tav>
                                        <p:tav tm="100000">
                                          <p:val>
                                            <p:fltVal val="0"/>
                                          </p:val>
                                        </p:tav>
                                      </p:tavLst>
                                    </p:anim>
                                    <p:animEffect transition="out" filter="fade">
                                      <p:cBhvr>
                                        <p:cTn id="225" dur="700"/>
                                        <p:tgtEl>
                                          <p:spTgt spid="85"/>
                                        </p:tgtEl>
                                      </p:cBhvr>
                                    </p:animEffect>
                                    <p:set>
                                      <p:cBhvr>
                                        <p:cTn id="226" dur="1" fill="hold">
                                          <p:stCondLst>
                                            <p:cond delay="699"/>
                                          </p:stCondLst>
                                        </p:cTn>
                                        <p:tgtEl>
                                          <p:spTgt spid="85"/>
                                        </p:tgtEl>
                                        <p:attrNameLst>
                                          <p:attrName>style.visibility</p:attrName>
                                        </p:attrNameLst>
                                      </p:cBhvr>
                                      <p:to>
                                        <p:strVal val="hidden"/>
                                      </p:to>
                                    </p:set>
                                  </p:childTnLst>
                                </p:cTn>
                              </p:par>
                              <p:par>
                                <p:cTn id="227" presetID="42" presetClass="path" presetSubtype="0" accel="50000" decel="50000" fill="hold" nodeType="withEffect">
                                  <p:stCondLst>
                                    <p:cond delay="0"/>
                                  </p:stCondLst>
                                  <p:childTnLst>
                                    <p:animMotion origin="layout" path="M -1.25E-6 3.33333E-6 L -0.34262 -0.24676 " pathEditMode="relative" rAng="0" ptsTypes="AA">
                                      <p:cBhvr>
                                        <p:cTn id="228" dur="700" fill="hold"/>
                                        <p:tgtEl>
                                          <p:spTgt spid="85"/>
                                        </p:tgtEl>
                                        <p:attrNameLst>
                                          <p:attrName>ppt_x</p:attrName>
                                          <p:attrName>ppt_y</p:attrName>
                                        </p:attrNameLst>
                                      </p:cBhvr>
                                      <p:rCtr x="-17135" y="-12346"/>
                                    </p:animMotion>
                                  </p:childTnLst>
                                </p:cTn>
                              </p:par>
                              <p:par>
                                <p:cTn id="229" presetID="6" presetClass="emph" presetSubtype="0" accel="50000" decel="50000" autoRev="1" fill="hold" nodeType="withEffect">
                                  <p:stCondLst>
                                    <p:cond delay="0"/>
                                  </p:stCondLst>
                                  <p:childTnLst>
                                    <p:animScale>
                                      <p:cBhvr>
                                        <p:cTn id="230" dur="200" fill="hold"/>
                                        <p:tgtEl>
                                          <p:spTgt spid="32"/>
                                        </p:tgtEl>
                                      </p:cBhvr>
                                      <p:by x="90000" y="90000"/>
                                    </p:animScale>
                                  </p:childTnLst>
                                </p:cTn>
                              </p:par>
                            </p:childTnLst>
                          </p:cTn>
                        </p:par>
                      </p:childTnLst>
                    </p:cTn>
                  </p:par>
                </p:childTnLst>
              </p:cTn>
              <p:nextCondLst>
                <p:cond evt="onClick" delay="0">
                  <p:tgtEl>
                    <p:spTgt spid="32"/>
                  </p:tgtEl>
                </p:cond>
              </p:nextCondLst>
            </p:seq>
          </p:childTnLst>
        </p:cTn>
      </p:par>
    </p:tnLst>
    <p:bldLst>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70000"/>
        </a:solidFill>
        <a:effectLst/>
      </p:bgPr>
    </p:bg>
    <p:spTree>
      <p:nvGrpSpPr>
        <p:cNvPr id="1" name=""/>
        <p:cNvGrpSpPr/>
        <p:nvPr/>
      </p:nvGrpSpPr>
      <p:grpSpPr>
        <a:xfrm>
          <a:off x="0" y="0"/>
          <a:ext cx="0" cy="0"/>
          <a:chOff x="0" y="0"/>
          <a:chExt cx="0" cy="0"/>
        </a:xfrm>
      </p:grpSpPr>
      <p:sp>
        <p:nvSpPr>
          <p:cNvPr id="4" name="TextBox 4"/>
          <p:cNvSpPr txBox="1"/>
          <p:nvPr/>
        </p:nvSpPr>
        <p:spPr>
          <a:xfrm>
            <a:off x="3962400" y="98480"/>
            <a:ext cx="5874233" cy="775212"/>
          </a:xfrm>
          <a:prstGeom prst="rect">
            <a:avLst/>
          </a:prstGeom>
        </p:spPr>
        <p:txBody>
          <a:bodyPr wrap="square" lIns="0" tIns="0" rIns="0" bIns="0" rtlCol="0" anchor="t">
            <a:spAutoFit/>
          </a:bodyPr>
          <a:lstStyle/>
          <a:p>
            <a:pPr>
              <a:lnSpc>
                <a:spcPts val="6320"/>
              </a:lnSpc>
              <a:spcBef>
                <a:spcPct val="0"/>
              </a:spcBef>
            </a:pPr>
            <a:r>
              <a:rPr lang="en-US" sz="4400" b="1" dirty="0">
                <a:solidFill>
                  <a:srgbClr val="DDB974"/>
                </a:solidFill>
                <a:latin typeface="Monotype Corsiva" panose="03010101010201010101" pitchFamily="66" charset="0"/>
                <a:cs typeface="Times New Roman" panose="02020603050405020304" pitchFamily="18" charset="0"/>
              </a:rPr>
              <a:t>R</a:t>
            </a:r>
            <a:r>
              <a:rPr lang="fr-MA" sz="4400" b="1" dirty="0">
                <a:solidFill>
                  <a:srgbClr val="DDB974"/>
                </a:solidFill>
                <a:latin typeface="Monotype Corsiva" panose="03010101010201010101" pitchFamily="66" charset="0"/>
                <a:cs typeface="Times New Roman" panose="02020603050405020304" pitchFamily="18" charset="0"/>
              </a:rPr>
              <a:t>é</a:t>
            </a:r>
            <a:r>
              <a:rPr lang="en-US" sz="4400" b="1" dirty="0" err="1">
                <a:solidFill>
                  <a:srgbClr val="DDB974"/>
                </a:solidFill>
                <a:latin typeface="Monotype Corsiva" panose="03010101010201010101" pitchFamily="66" charset="0"/>
                <a:cs typeface="Times New Roman" panose="02020603050405020304" pitchFamily="18" charset="0"/>
              </a:rPr>
              <a:t>sultat</a:t>
            </a:r>
            <a:r>
              <a:rPr lang="en-US" sz="4400" b="1" dirty="0">
                <a:solidFill>
                  <a:srgbClr val="DDB974"/>
                </a:solidFill>
                <a:latin typeface="Monotype Corsiva" panose="03010101010201010101" pitchFamily="66" charset="0"/>
                <a:cs typeface="Times New Roman" panose="02020603050405020304" pitchFamily="18" charset="0"/>
              </a:rPr>
              <a:t> </a:t>
            </a:r>
          </a:p>
        </p:txBody>
      </p:sp>
      <p:sp>
        <p:nvSpPr>
          <p:cNvPr id="5" name="AutoShape 5"/>
          <p:cNvSpPr/>
          <p:nvPr/>
        </p:nvSpPr>
        <p:spPr>
          <a:xfrm>
            <a:off x="711200" y="889000"/>
            <a:ext cx="9675727" cy="0"/>
          </a:xfrm>
          <a:prstGeom prst="line">
            <a:avLst/>
          </a:prstGeom>
          <a:ln w="38100" cap="flat">
            <a:solidFill>
              <a:srgbClr val="DDB974"/>
            </a:solidFill>
            <a:prstDash val="solid"/>
            <a:headEnd type="none" w="sm" len="sm"/>
            <a:tailEnd type="none" w="sm" len="sm"/>
          </a:ln>
        </p:spPr>
      </p:sp>
      <p:sp>
        <p:nvSpPr>
          <p:cNvPr id="7" name="ZoneTexte 11">
            <a:extLst>
              <a:ext uri="{FF2B5EF4-FFF2-40B4-BE49-F238E27FC236}">
                <a16:creationId xmlns:a16="http://schemas.microsoft.com/office/drawing/2014/main" id="{D002933D-B6DF-4F08-BB68-4138C40D70AE}"/>
              </a:ext>
            </a:extLst>
          </p:cNvPr>
          <p:cNvSpPr txBox="1"/>
          <p:nvPr/>
        </p:nvSpPr>
        <p:spPr>
          <a:xfrm>
            <a:off x="8026400" y="6482617"/>
            <a:ext cx="4065721" cy="312330"/>
          </a:xfrm>
          <a:prstGeom prst="rect">
            <a:avLst/>
          </a:prstGeom>
          <a:noFill/>
        </p:spPr>
        <p:txBody>
          <a:bodyPr wrap="square">
            <a:spAutoFit/>
          </a:bodyPr>
          <a:lstStyle/>
          <a:p>
            <a:pPr algn="ctr">
              <a:lnSpc>
                <a:spcPct val="150000"/>
              </a:lnSpc>
              <a:spcAft>
                <a:spcPts val="533"/>
              </a:spcAft>
            </a:pPr>
            <a:r>
              <a:rPr lang="fr-FR" sz="1067" b="1" i="1" dirty="0">
                <a:latin typeface="Times New Roman" panose="02020603050405020304" pitchFamily="18" charset="0"/>
                <a:ea typeface="Calibri" panose="020F0502020204030204" pitchFamily="34" charset="0"/>
                <a:cs typeface="Arial" panose="020B0604020202020204" pitchFamily="34" charset="0"/>
              </a:rPr>
              <a:t>Source :Enquête Auprès Des Ménage Et Exploitation (EMEA)</a:t>
            </a:r>
            <a:endParaRPr lang="fr-FR" sz="933" dirty="0">
              <a:latin typeface="Calibri" panose="020F0502020204030204" pitchFamily="34" charset="0"/>
              <a:ea typeface="Calibri" panose="020F0502020204030204" pitchFamily="34" charset="0"/>
              <a:cs typeface="Arial" panose="020B0604020202020204" pitchFamily="34" charset="0"/>
            </a:endParaRPr>
          </a:p>
        </p:txBody>
      </p:sp>
      <p:grpSp>
        <p:nvGrpSpPr>
          <p:cNvPr id="9" name="Groupe 8">
            <a:extLst>
              <a:ext uri="{FF2B5EF4-FFF2-40B4-BE49-F238E27FC236}">
                <a16:creationId xmlns:a16="http://schemas.microsoft.com/office/drawing/2014/main" id="{348C6668-7074-4534-BAFB-3468A8D66EBF}"/>
              </a:ext>
            </a:extLst>
          </p:cNvPr>
          <p:cNvGrpSpPr/>
          <p:nvPr/>
        </p:nvGrpSpPr>
        <p:grpSpPr>
          <a:xfrm>
            <a:off x="-14420" y="-26649"/>
            <a:ext cx="12280257" cy="6911319"/>
            <a:chOff x="-14420" y="-26649"/>
            <a:chExt cx="12280257" cy="6911319"/>
          </a:xfrm>
        </p:grpSpPr>
        <p:sp>
          <p:nvSpPr>
            <p:cNvPr id="11" name="Freeform 4">
              <a:extLst>
                <a:ext uri="{FF2B5EF4-FFF2-40B4-BE49-F238E27FC236}">
                  <a16:creationId xmlns:a16="http://schemas.microsoft.com/office/drawing/2014/main" id="{B8FAA8D5-375D-47B8-9E5B-8237775C8EDE}"/>
                </a:ext>
              </a:extLst>
            </p:cNvPr>
            <p:cNvSpPr/>
            <p:nvPr/>
          </p:nvSpPr>
          <p:spPr>
            <a:xfrm rot="5400000">
              <a:off x="10735070" y="541235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5">
              <a:extLst>
                <a:ext uri="{FF2B5EF4-FFF2-40B4-BE49-F238E27FC236}">
                  <a16:creationId xmlns:a16="http://schemas.microsoft.com/office/drawing/2014/main" id="{B6B90B9C-97FF-455A-8A18-A6F47ADDD3E5}"/>
                </a:ext>
              </a:extLst>
            </p:cNvPr>
            <p:cNvSpPr/>
            <p:nvPr/>
          </p:nvSpPr>
          <p:spPr>
            <a:xfrm rot="10800000">
              <a:off x="-4089" y="540106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AutoShape 6">
              <a:extLst>
                <a:ext uri="{FF2B5EF4-FFF2-40B4-BE49-F238E27FC236}">
                  <a16:creationId xmlns:a16="http://schemas.microsoft.com/office/drawing/2014/main" id="{AAEAFEF3-E504-4CCF-AFD9-71FD72C4EC2D}"/>
                </a:ext>
              </a:extLst>
            </p:cNvPr>
            <p:cNvSpPr/>
            <p:nvPr/>
          </p:nvSpPr>
          <p:spPr>
            <a:xfrm>
              <a:off x="2212236" y="6789773"/>
              <a:ext cx="7767529" cy="0"/>
            </a:xfrm>
            <a:prstGeom prst="line">
              <a:avLst/>
            </a:prstGeom>
            <a:ln w="28575" cap="flat">
              <a:solidFill>
                <a:srgbClr val="DDB974"/>
              </a:solidFill>
              <a:prstDash val="solid"/>
              <a:headEnd type="none" w="sm" len="sm"/>
              <a:tailEnd type="none" w="sm" len="sm"/>
            </a:ln>
          </p:spPr>
        </p:sp>
        <p:sp>
          <p:nvSpPr>
            <p:cNvPr id="14" name="AutoShape 5">
              <a:extLst>
                <a:ext uri="{FF2B5EF4-FFF2-40B4-BE49-F238E27FC236}">
                  <a16:creationId xmlns:a16="http://schemas.microsoft.com/office/drawing/2014/main" id="{D2594794-4C18-46E2-B477-3F896FF67902}"/>
                </a:ext>
              </a:extLst>
            </p:cNvPr>
            <p:cNvSpPr/>
            <p:nvPr/>
          </p:nvSpPr>
          <p:spPr>
            <a:xfrm>
              <a:off x="1506018" y="98775"/>
              <a:ext cx="9116341" cy="0"/>
            </a:xfrm>
            <a:prstGeom prst="line">
              <a:avLst/>
            </a:prstGeom>
            <a:ln w="38100" cap="flat">
              <a:solidFill>
                <a:srgbClr val="DDB974"/>
              </a:solidFill>
              <a:prstDash val="solid"/>
              <a:headEnd type="none" w="sm" len="sm"/>
              <a:tailEnd type="none" w="sm" len="sm"/>
            </a:ln>
          </p:spPr>
        </p:sp>
        <p:sp>
          <p:nvSpPr>
            <p:cNvPr id="15" name="Freeform 3">
              <a:extLst>
                <a:ext uri="{FF2B5EF4-FFF2-40B4-BE49-F238E27FC236}">
                  <a16:creationId xmlns:a16="http://schemas.microsoft.com/office/drawing/2014/main" id="{61554571-826D-4C16-A424-4A4139A87AF0}"/>
                </a:ext>
              </a:extLst>
            </p:cNvPr>
            <p:cNvSpPr/>
            <p:nvPr/>
          </p:nvSpPr>
          <p:spPr>
            <a:xfrm rot="16200000">
              <a:off x="-14420"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Freeform 2">
              <a:extLst>
                <a:ext uri="{FF2B5EF4-FFF2-40B4-BE49-F238E27FC236}">
                  <a16:creationId xmlns:a16="http://schemas.microsoft.com/office/drawing/2014/main" id="{FD474898-4D6A-42D4-BCBB-0865C65F12A9}"/>
                </a:ext>
              </a:extLst>
            </p:cNvPr>
            <p:cNvSpPr/>
            <p:nvPr/>
          </p:nvSpPr>
          <p:spPr>
            <a:xfrm>
              <a:off x="10793526"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graphicFrame>
        <p:nvGraphicFramePr>
          <p:cNvPr id="3" name="Tableau 2">
            <a:extLst>
              <a:ext uri="{FF2B5EF4-FFF2-40B4-BE49-F238E27FC236}">
                <a16:creationId xmlns:a16="http://schemas.microsoft.com/office/drawing/2014/main" id="{0F1050DB-8059-41BE-A71A-DBB7213AE5F2}"/>
              </a:ext>
            </a:extLst>
          </p:cNvPr>
          <p:cNvGraphicFramePr>
            <a:graphicFrameLocks noGrp="1"/>
          </p:cNvGraphicFramePr>
          <p:nvPr>
            <p:extLst>
              <p:ext uri="{D42A27DB-BD31-4B8C-83A1-F6EECF244321}">
                <p14:modId xmlns:p14="http://schemas.microsoft.com/office/powerpoint/2010/main" val="4047122472"/>
              </p:ext>
            </p:extLst>
          </p:nvPr>
        </p:nvGraphicFramePr>
        <p:xfrm>
          <a:off x="475615" y="2924799"/>
          <a:ext cx="4610736" cy="2460955"/>
        </p:xfrm>
        <a:graphic>
          <a:graphicData uri="http://schemas.openxmlformats.org/drawingml/2006/table">
            <a:tbl>
              <a:tblPr firstRow="1" firstCol="1" bandRow="1">
                <a:tableStyleId>{5C22544A-7EE6-4342-B048-85BDC9FD1C3A}</a:tableStyleId>
              </a:tblPr>
              <a:tblGrid>
                <a:gridCol w="1536912">
                  <a:extLst>
                    <a:ext uri="{9D8B030D-6E8A-4147-A177-3AD203B41FA5}">
                      <a16:colId xmlns:a16="http://schemas.microsoft.com/office/drawing/2014/main" val="3726401279"/>
                    </a:ext>
                  </a:extLst>
                </a:gridCol>
                <a:gridCol w="1536912">
                  <a:extLst>
                    <a:ext uri="{9D8B030D-6E8A-4147-A177-3AD203B41FA5}">
                      <a16:colId xmlns:a16="http://schemas.microsoft.com/office/drawing/2014/main" val="2107702315"/>
                    </a:ext>
                  </a:extLst>
                </a:gridCol>
                <a:gridCol w="1536912">
                  <a:extLst>
                    <a:ext uri="{9D8B030D-6E8A-4147-A177-3AD203B41FA5}">
                      <a16:colId xmlns:a16="http://schemas.microsoft.com/office/drawing/2014/main" val="3267775974"/>
                    </a:ext>
                  </a:extLst>
                </a:gridCol>
              </a:tblGrid>
              <a:tr h="368207">
                <a:tc>
                  <a:txBody>
                    <a:bodyPr/>
                    <a:lstStyle/>
                    <a:p>
                      <a:pPr algn="ctr">
                        <a:lnSpc>
                          <a:spcPct val="107000"/>
                        </a:lnSpc>
                        <a:spcAft>
                          <a:spcPts val="800"/>
                        </a:spcAft>
                      </a:pPr>
                      <a:r>
                        <a:rPr lang="fr-FR" sz="1200">
                          <a:effectLst/>
                        </a:rPr>
                        <a:t>Indicateur</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76200" marR="76200" marT="50800" marB="50800" anchor="ctr"/>
                </a:tc>
                <a:tc>
                  <a:txBody>
                    <a:bodyPr/>
                    <a:lstStyle/>
                    <a:p>
                      <a:pPr algn="ctr">
                        <a:lnSpc>
                          <a:spcPct val="107000"/>
                        </a:lnSpc>
                        <a:spcAft>
                          <a:spcPts val="800"/>
                        </a:spcAft>
                      </a:pPr>
                      <a:r>
                        <a:rPr lang="fr-FR" sz="1200">
                          <a:effectLst/>
                        </a:rPr>
                        <a:t>Avant nettoyage</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76200" marR="76200" marT="50800" marB="50800" anchor="ctr"/>
                </a:tc>
                <a:tc>
                  <a:txBody>
                    <a:bodyPr/>
                    <a:lstStyle/>
                    <a:p>
                      <a:pPr algn="ctr">
                        <a:lnSpc>
                          <a:spcPct val="107000"/>
                        </a:lnSpc>
                        <a:spcAft>
                          <a:spcPts val="800"/>
                        </a:spcAft>
                      </a:pPr>
                      <a:r>
                        <a:rPr lang="fr-FR" sz="1200">
                          <a:effectLst/>
                        </a:rPr>
                        <a:t>Après nettoyage</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76200" marR="76200" marT="50800" marB="50800" anchor="ctr"/>
                </a:tc>
                <a:extLst>
                  <a:ext uri="{0D108BD9-81ED-4DB2-BD59-A6C34878D82A}">
                    <a16:rowId xmlns:a16="http://schemas.microsoft.com/office/drawing/2014/main" val="2052937520"/>
                  </a:ext>
                </a:extLst>
              </a:tr>
              <a:tr h="368370">
                <a:tc>
                  <a:txBody>
                    <a:bodyPr/>
                    <a:lstStyle/>
                    <a:p>
                      <a:pPr algn="ctr">
                        <a:lnSpc>
                          <a:spcPct val="107000"/>
                        </a:lnSpc>
                        <a:spcAft>
                          <a:spcPts val="800"/>
                        </a:spcAft>
                      </a:pPr>
                      <a:r>
                        <a:rPr lang="fr-FR" sz="1200">
                          <a:effectLst/>
                        </a:rPr>
                        <a:t>Nombre de lignes</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76200" marR="76200" marT="50800" marB="50800"/>
                </a:tc>
                <a:tc>
                  <a:txBody>
                    <a:bodyPr/>
                    <a:lstStyle/>
                    <a:p>
                      <a:pPr algn="ctr">
                        <a:lnSpc>
                          <a:spcPct val="107000"/>
                        </a:lnSpc>
                        <a:spcAft>
                          <a:spcPts val="800"/>
                        </a:spcAft>
                      </a:pPr>
                      <a:r>
                        <a:rPr lang="fr-FR" sz="1200">
                          <a:effectLst/>
                        </a:rPr>
                        <a:t>7 668</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76200" marR="76200" marT="50800" marB="50800"/>
                </a:tc>
                <a:tc>
                  <a:txBody>
                    <a:bodyPr/>
                    <a:lstStyle/>
                    <a:p>
                      <a:pPr algn="ctr">
                        <a:lnSpc>
                          <a:spcPct val="107000"/>
                        </a:lnSpc>
                        <a:spcAft>
                          <a:spcPts val="800"/>
                        </a:spcAft>
                      </a:pPr>
                      <a:r>
                        <a:rPr lang="fr-FR" sz="1200">
                          <a:effectLst/>
                        </a:rPr>
                        <a:t>~7 474</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76200" marR="76200" marT="50800" marB="50800"/>
                </a:tc>
                <a:extLst>
                  <a:ext uri="{0D108BD9-81ED-4DB2-BD59-A6C34878D82A}">
                    <a16:rowId xmlns:a16="http://schemas.microsoft.com/office/drawing/2014/main" val="2073001499"/>
                  </a:ext>
                </a:extLst>
              </a:tr>
              <a:tr h="368370">
                <a:tc>
                  <a:txBody>
                    <a:bodyPr/>
                    <a:lstStyle/>
                    <a:p>
                      <a:pPr algn="ctr">
                        <a:lnSpc>
                          <a:spcPct val="107000"/>
                        </a:lnSpc>
                        <a:spcAft>
                          <a:spcPts val="800"/>
                        </a:spcAft>
                      </a:pPr>
                      <a:r>
                        <a:rPr lang="fr-FR" sz="1200">
                          <a:effectLst/>
                        </a:rPr>
                        <a:t>NA dans budget</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76200" marR="76200" marT="50800" marB="50800"/>
                </a:tc>
                <a:tc>
                  <a:txBody>
                    <a:bodyPr/>
                    <a:lstStyle/>
                    <a:p>
                      <a:pPr algn="ctr">
                        <a:lnSpc>
                          <a:spcPct val="107000"/>
                        </a:lnSpc>
                        <a:spcAft>
                          <a:spcPts val="800"/>
                        </a:spcAft>
                      </a:pPr>
                      <a:r>
                        <a:rPr lang="fr-FR" sz="1200">
                          <a:effectLst/>
                        </a:rPr>
                        <a:t>2 170 (28,3 %)</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76200" marR="76200" marT="50800" marB="50800"/>
                </a:tc>
                <a:tc>
                  <a:txBody>
                    <a:bodyPr/>
                    <a:lstStyle/>
                    <a:p>
                      <a:pPr algn="ctr">
                        <a:lnSpc>
                          <a:spcPct val="107000"/>
                        </a:lnSpc>
                        <a:spcAft>
                          <a:spcPts val="800"/>
                        </a:spcAft>
                      </a:pPr>
                      <a:r>
                        <a:rPr lang="fr-FR" sz="1200" dirty="0">
                          <a:effectLst/>
                        </a:rPr>
                        <a:t>0 (0 %)</a:t>
                      </a:r>
                      <a:endParaRPr lang="fr-FR" sz="1100" dirty="0">
                        <a:effectLst/>
                        <a:latin typeface="Century Gothic" panose="020B0502020202020204" pitchFamily="34" charset="0"/>
                        <a:ea typeface="Century Gothic" panose="020B0502020202020204" pitchFamily="34" charset="0"/>
                        <a:cs typeface="Arial" panose="020B0604020202020204" pitchFamily="34" charset="0"/>
                      </a:endParaRPr>
                    </a:p>
                  </a:txBody>
                  <a:tcPr marL="76200" marR="76200" marT="50800" marB="50800"/>
                </a:tc>
                <a:extLst>
                  <a:ext uri="{0D108BD9-81ED-4DB2-BD59-A6C34878D82A}">
                    <a16:rowId xmlns:a16="http://schemas.microsoft.com/office/drawing/2014/main" val="995882738"/>
                  </a:ext>
                </a:extLst>
              </a:tr>
              <a:tr h="368370">
                <a:tc>
                  <a:txBody>
                    <a:bodyPr/>
                    <a:lstStyle/>
                    <a:p>
                      <a:pPr algn="ctr">
                        <a:lnSpc>
                          <a:spcPct val="107000"/>
                        </a:lnSpc>
                        <a:spcAft>
                          <a:spcPts val="800"/>
                        </a:spcAft>
                      </a:pPr>
                      <a:r>
                        <a:rPr lang="fr-FR" sz="1200">
                          <a:effectLst/>
                        </a:rPr>
                        <a:t>NA dans gross</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76200" marR="76200" marT="50800" marB="50800"/>
                </a:tc>
                <a:tc>
                  <a:txBody>
                    <a:bodyPr/>
                    <a:lstStyle/>
                    <a:p>
                      <a:pPr algn="ctr">
                        <a:lnSpc>
                          <a:spcPct val="107000"/>
                        </a:lnSpc>
                        <a:spcAft>
                          <a:spcPts val="800"/>
                        </a:spcAft>
                      </a:pPr>
                      <a:r>
                        <a:rPr lang="fr-FR" sz="1200">
                          <a:effectLst/>
                        </a:rPr>
                        <a:t>~192 (2,5 %)</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76200" marR="76200" marT="50800" marB="50800"/>
                </a:tc>
                <a:tc>
                  <a:txBody>
                    <a:bodyPr/>
                    <a:lstStyle/>
                    <a:p>
                      <a:pPr algn="ctr">
                        <a:lnSpc>
                          <a:spcPct val="107000"/>
                        </a:lnSpc>
                        <a:spcAft>
                          <a:spcPts val="800"/>
                        </a:spcAft>
                      </a:pPr>
                      <a:r>
                        <a:rPr lang="fr-FR" sz="1200">
                          <a:effectLst/>
                        </a:rPr>
                        <a:t>0 (0 %)</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76200" marR="76200" marT="50800" marB="50800"/>
                </a:tc>
                <a:extLst>
                  <a:ext uri="{0D108BD9-81ED-4DB2-BD59-A6C34878D82A}">
                    <a16:rowId xmlns:a16="http://schemas.microsoft.com/office/drawing/2014/main" val="362177190"/>
                  </a:ext>
                </a:extLst>
              </a:tr>
              <a:tr h="368370">
                <a:tc>
                  <a:txBody>
                    <a:bodyPr/>
                    <a:lstStyle/>
                    <a:p>
                      <a:pPr algn="ctr">
                        <a:lnSpc>
                          <a:spcPct val="107000"/>
                        </a:lnSpc>
                        <a:spcAft>
                          <a:spcPts val="800"/>
                        </a:spcAft>
                      </a:pPr>
                      <a:r>
                        <a:rPr lang="fr-FR" sz="1200">
                          <a:effectLst/>
                        </a:rPr>
                        <a:t>NA dans rating</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76200" marR="76200" marT="50800" marB="50800"/>
                </a:tc>
                <a:tc>
                  <a:txBody>
                    <a:bodyPr/>
                    <a:lstStyle/>
                    <a:p>
                      <a:pPr algn="ctr">
                        <a:lnSpc>
                          <a:spcPct val="107000"/>
                        </a:lnSpc>
                        <a:spcAft>
                          <a:spcPts val="800"/>
                        </a:spcAft>
                      </a:pPr>
                      <a:r>
                        <a:rPr lang="fr-FR" sz="1200">
                          <a:effectLst/>
                        </a:rPr>
                        <a:t>~77 (1,0 %)</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76200" marR="76200" marT="50800" marB="50800"/>
                </a:tc>
                <a:tc>
                  <a:txBody>
                    <a:bodyPr/>
                    <a:lstStyle/>
                    <a:p>
                      <a:pPr algn="ctr">
                        <a:lnSpc>
                          <a:spcPct val="107000"/>
                        </a:lnSpc>
                        <a:spcAft>
                          <a:spcPts val="800"/>
                        </a:spcAft>
                      </a:pPr>
                      <a:r>
                        <a:rPr lang="fr-FR" sz="1200">
                          <a:effectLst/>
                        </a:rPr>
                        <a:t>0 </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76200" marR="76200" marT="50800" marB="50800"/>
                </a:tc>
                <a:extLst>
                  <a:ext uri="{0D108BD9-81ED-4DB2-BD59-A6C34878D82A}">
                    <a16:rowId xmlns:a16="http://schemas.microsoft.com/office/drawing/2014/main" val="3134195261"/>
                  </a:ext>
                </a:extLst>
              </a:tr>
              <a:tr h="619268">
                <a:tc>
                  <a:txBody>
                    <a:bodyPr/>
                    <a:lstStyle/>
                    <a:p>
                      <a:pPr algn="ctr">
                        <a:lnSpc>
                          <a:spcPct val="107000"/>
                        </a:lnSpc>
                        <a:spcAft>
                          <a:spcPts val="800"/>
                        </a:spcAft>
                      </a:pPr>
                      <a:r>
                        <a:rPr lang="fr-FR" sz="1200">
                          <a:effectLst/>
                        </a:rPr>
                        <a:t>Colonnes créées</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76200" marR="76200" marT="50800" marB="50800"/>
                </a:tc>
                <a:tc>
                  <a:txBody>
                    <a:bodyPr/>
                    <a:lstStyle/>
                    <a:p>
                      <a:pPr algn="ctr">
                        <a:lnSpc>
                          <a:spcPct val="107000"/>
                        </a:lnSpc>
                        <a:spcAft>
                          <a:spcPts val="800"/>
                        </a:spcAft>
                      </a:pPr>
                      <a:r>
                        <a:rPr lang="fr-FR" sz="1200">
                          <a:effectLst/>
                        </a:rPr>
                        <a:t>—</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76200" marR="76200" marT="50800" marB="50800"/>
                </a:tc>
                <a:tc>
                  <a:txBody>
                    <a:bodyPr/>
                    <a:lstStyle/>
                    <a:p>
                      <a:pPr algn="ctr">
                        <a:lnSpc>
                          <a:spcPct val="107000"/>
                        </a:lnSpc>
                        <a:spcAft>
                          <a:spcPts val="800"/>
                        </a:spcAft>
                      </a:pPr>
                      <a:r>
                        <a:rPr lang="en-CA" sz="1200" dirty="0">
                          <a:effectLst/>
                        </a:rPr>
                        <a:t>profit (M$), </a:t>
                      </a:r>
                      <a:r>
                        <a:rPr lang="en-CA" sz="1200" dirty="0" err="1">
                          <a:effectLst/>
                        </a:rPr>
                        <a:t>roi</a:t>
                      </a:r>
                      <a:r>
                        <a:rPr lang="en-CA" sz="1200" dirty="0">
                          <a:effectLst/>
                        </a:rPr>
                        <a:t> (%) et </a:t>
                      </a:r>
                      <a:r>
                        <a:rPr lang="en-CA" sz="1200" dirty="0" err="1">
                          <a:effectLst/>
                        </a:rPr>
                        <a:t>release_month</a:t>
                      </a:r>
                      <a:endParaRPr lang="fr-FR" sz="1100" dirty="0">
                        <a:effectLst/>
                        <a:latin typeface="Century Gothic" panose="020B0502020202020204" pitchFamily="34" charset="0"/>
                        <a:ea typeface="Century Gothic" panose="020B0502020202020204" pitchFamily="34" charset="0"/>
                        <a:cs typeface="Arial" panose="020B0604020202020204" pitchFamily="34" charset="0"/>
                      </a:endParaRPr>
                    </a:p>
                  </a:txBody>
                  <a:tcPr marL="76200" marR="76200" marT="50800" marB="50800"/>
                </a:tc>
                <a:extLst>
                  <a:ext uri="{0D108BD9-81ED-4DB2-BD59-A6C34878D82A}">
                    <a16:rowId xmlns:a16="http://schemas.microsoft.com/office/drawing/2014/main" val="2542506261"/>
                  </a:ext>
                </a:extLst>
              </a:tr>
            </a:tbl>
          </a:graphicData>
        </a:graphic>
      </p:graphicFrame>
      <p:sp>
        <p:nvSpPr>
          <p:cNvPr id="6" name="Rectangle 5">
            <a:extLst>
              <a:ext uri="{FF2B5EF4-FFF2-40B4-BE49-F238E27FC236}">
                <a16:creationId xmlns:a16="http://schemas.microsoft.com/office/drawing/2014/main" id="{14AB02CE-0AAF-480B-9251-6B6E63B4D9C5}"/>
              </a:ext>
            </a:extLst>
          </p:cNvPr>
          <p:cNvSpPr/>
          <p:nvPr/>
        </p:nvSpPr>
        <p:spPr>
          <a:xfrm>
            <a:off x="711200" y="2293020"/>
            <a:ext cx="3212739" cy="369332"/>
          </a:xfrm>
          <a:prstGeom prst="rect">
            <a:avLst/>
          </a:prstGeom>
        </p:spPr>
        <p:txBody>
          <a:bodyPr wrap="none">
            <a:spAutoFit/>
          </a:bodyPr>
          <a:lstStyle/>
          <a:p>
            <a:r>
              <a:rPr lang="fr-FR" b="1" dirty="0">
                <a:solidFill>
                  <a:srgbClr val="DDB974"/>
                </a:solidFill>
                <a:latin typeface="Monotype Corsiva" panose="03010101010201010101" pitchFamily="66" charset="0"/>
                <a:ea typeface="Times New Roman" panose="02020603050405020304" pitchFamily="18" charset="0"/>
                <a:cs typeface="Times New Roman" panose="02020603050405020304" pitchFamily="18" charset="0"/>
              </a:rPr>
              <a:t>Résultats du Nettoyage des Données </a:t>
            </a:r>
            <a:endParaRPr lang="fr-FR" dirty="0">
              <a:solidFill>
                <a:srgbClr val="DDB974"/>
              </a:solidFill>
              <a:latin typeface="Monotype Corsiva" panose="03010101010201010101" pitchFamily="66" charset="0"/>
              <a:cs typeface="Times New Roman" panose="02020603050405020304" pitchFamily="18" charset="0"/>
            </a:endParaRPr>
          </a:p>
        </p:txBody>
      </p:sp>
      <p:sp>
        <p:nvSpPr>
          <p:cNvPr id="18" name="AutoShape 5">
            <a:extLst>
              <a:ext uri="{FF2B5EF4-FFF2-40B4-BE49-F238E27FC236}">
                <a16:creationId xmlns:a16="http://schemas.microsoft.com/office/drawing/2014/main" id="{9DA7C77A-EC8E-4A54-A343-A25A87D668C0}"/>
              </a:ext>
            </a:extLst>
          </p:cNvPr>
          <p:cNvSpPr/>
          <p:nvPr/>
        </p:nvSpPr>
        <p:spPr>
          <a:xfrm flipH="1">
            <a:off x="5537775" y="2106800"/>
            <a:ext cx="11288" cy="3725326"/>
          </a:xfrm>
          <a:prstGeom prst="line">
            <a:avLst/>
          </a:prstGeom>
          <a:ln w="38100" cap="flat">
            <a:solidFill>
              <a:srgbClr val="DDB974"/>
            </a:solidFill>
            <a:prstDash val="solid"/>
            <a:headEnd type="none" w="sm" len="sm"/>
            <a:tailEnd type="none" w="sm" len="sm"/>
          </a:ln>
        </p:spPr>
      </p:sp>
      <p:graphicFrame>
        <p:nvGraphicFramePr>
          <p:cNvPr id="17" name="Tableau 16">
            <a:extLst>
              <a:ext uri="{FF2B5EF4-FFF2-40B4-BE49-F238E27FC236}">
                <a16:creationId xmlns:a16="http://schemas.microsoft.com/office/drawing/2014/main" id="{349CC2C7-1A0E-4D1F-929E-D640CDADB167}"/>
              </a:ext>
            </a:extLst>
          </p:cNvPr>
          <p:cNvGraphicFramePr>
            <a:graphicFrameLocks noGrp="1"/>
          </p:cNvGraphicFramePr>
          <p:nvPr>
            <p:extLst>
              <p:ext uri="{D42A27DB-BD31-4B8C-83A1-F6EECF244321}">
                <p14:modId xmlns:p14="http://schemas.microsoft.com/office/powerpoint/2010/main" val="1984634404"/>
              </p:ext>
            </p:extLst>
          </p:nvPr>
        </p:nvGraphicFramePr>
        <p:xfrm>
          <a:off x="6096000" y="2924799"/>
          <a:ext cx="4404360" cy="3306649"/>
        </p:xfrm>
        <a:graphic>
          <a:graphicData uri="http://schemas.openxmlformats.org/drawingml/2006/table">
            <a:tbl>
              <a:tblPr firstRow="1" firstCol="1" bandRow="1">
                <a:tableStyleId>{5C22544A-7EE6-4342-B048-85BDC9FD1C3A}</a:tableStyleId>
              </a:tblPr>
              <a:tblGrid>
                <a:gridCol w="717887">
                  <a:extLst>
                    <a:ext uri="{9D8B030D-6E8A-4147-A177-3AD203B41FA5}">
                      <a16:colId xmlns:a16="http://schemas.microsoft.com/office/drawing/2014/main" val="391783055"/>
                    </a:ext>
                  </a:extLst>
                </a:gridCol>
                <a:gridCol w="720427">
                  <a:extLst>
                    <a:ext uri="{9D8B030D-6E8A-4147-A177-3AD203B41FA5}">
                      <a16:colId xmlns:a16="http://schemas.microsoft.com/office/drawing/2014/main" val="3281160246"/>
                    </a:ext>
                  </a:extLst>
                </a:gridCol>
                <a:gridCol w="720427">
                  <a:extLst>
                    <a:ext uri="{9D8B030D-6E8A-4147-A177-3AD203B41FA5}">
                      <a16:colId xmlns:a16="http://schemas.microsoft.com/office/drawing/2014/main" val="3437259715"/>
                    </a:ext>
                  </a:extLst>
                </a:gridCol>
                <a:gridCol w="647267">
                  <a:extLst>
                    <a:ext uri="{9D8B030D-6E8A-4147-A177-3AD203B41FA5}">
                      <a16:colId xmlns:a16="http://schemas.microsoft.com/office/drawing/2014/main" val="3091527345"/>
                    </a:ext>
                  </a:extLst>
                </a:gridCol>
                <a:gridCol w="731604">
                  <a:extLst>
                    <a:ext uri="{9D8B030D-6E8A-4147-A177-3AD203B41FA5}">
                      <a16:colId xmlns:a16="http://schemas.microsoft.com/office/drawing/2014/main" val="3365024012"/>
                    </a:ext>
                  </a:extLst>
                </a:gridCol>
                <a:gridCol w="866748">
                  <a:extLst>
                    <a:ext uri="{9D8B030D-6E8A-4147-A177-3AD203B41FA5}">
                      <a16:colId xmlns:a16="http://schemas.microsoft.com/office/drawing/2014/main" val="3337105817"/>
                    </a:ext>
                  </a:extLst>
                </a:gridCol>
              </a:tblGrid>
              <a:tr h="475337">
                <a:tc>
                  <a:txBody>
                    <a:bodyPr/>
                    <a:lstStyle/>
                    <a:p>
                      <a:pPr>
                        <a:lnSpc>
                          <a:spcPct val="107000"/>
                        </a:lnSpc>
                        <a:spcAft>
                          <a:spcPts val="0"/>
                        </a:spcAft>
                      </a:pPr>
                      <a:r>
                        <a:rPr lang="fr-FR" sz="1200">
                          <a:effectLst/>
                        </a:rPr>
                        <a:t>Variable</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nSpc>
                          <a:spcPct val="107000"/>
                        </a:lnSpc>
                        <a:spcAft>
                          <a:spcPts val="0"/>
                        </a:spcAft>
                      </a:pPr>
                      <a:r>
                        <a:rPr lang="fr-FR" sz="1200">
                          <a:effectLst/>
                        </a:rPr>
                        <a:t>Min</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nSpc>
                          <a:spcPct val="107000"/>
                        </a:lnSpc>
                        <a:spcAft>
                          <a:spcPts val="0"/>
                        </a:spcAft>
                      </a:pPr>
                      <a:r>
                        <a:rPr lang="fr-FR" sz="1200">
                          <a:effectLst/>
                        </a:rPr>
                        <a:t>Moyenne</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nSpc>
                          <a:spcPct val="107000"/>
                        </a:lnSpc>
                        <a:spcAft>
                          <a:spcPts val="0"/>
                        </a:spcAft>
                      </a:pPr>
                      <a:r>
                        <a:rPr lang="fr-FR" sz="1200">
                          <a:effectLst/>
                        </a:rPr>
                        <a:t>Écart-type</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nSpc>
                          <a:spcPct val="107000"/>
                        </a:lnSpc>
                        <a:spcAft>
                          <a:spcPts val="0"/>
                        </a:spcAft>
                      </a:pPr>
                      <a:r>
                        <a:rPr lang="fr-FR" sz="1200">
                          <a:effectLst/>
                        </a:rPr>
                        <a:t>Médiane</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nSpc>
                          <a:spcPct val="107000"/>
                        </a:lnSpc>
                        <a:spcAft>
                          <a:spcPts val="0"/>
                        </a:spcAft>
                      </a:pPr>
                      <a:r>
                        <a:rPr lang="fr-FR" sz="1200">
                          <a:effectLst/>
                        </a:rPr>
                        <a:t>Max</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59909857"/>
                  </a:ext>
                </a:extLst>
              </a:tr>
              <a:tr h="475337">
                <a:tc>
                  <a:txBody>
                    <a:bodyPr/>
                    <a:lstStyle/>
                    <a:p>
                      <a:pPr>
                        <a:lnSpc>
                          <a:spcPct val="107000"/>
                        </a:lnSpc>
                        <a:spcAft>
                          <a:spcPts val="0"/>
                        </a:spcAft>
                      </a:pPr>
                      <a:r>
                        <a:rPr lang="fr-FR" sz="1200">
                          <a:effectLst/>
                        </a:rPr>
                        <a:t>score</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1.90</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6.40</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0.96</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6.50</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9.30</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965144020"/>
                  </a:ext>
                </a:extLst>
              </a:tr>
              <a:tr h="464982">
                <a:tc>
                  <a:txBody>
                    <a:bodyPr/>
                    <a:lstStyle/>
                    <a:p>
                      <a:pPr>
                        <a:lnSpc>
                          <a:spcPct val="107000"/>
                        </a:lnSpc>
                        <a:spcAft>
                          <a:spcPts val="0"/>
                        </a:spcAft>
                      </a:pPr>
                      <a:r>
                        <a:rPr lang="fr-FR" sz="1200">
                          <a:effectLst/>
                        </a:rPr>
                        <a:t>votes</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34</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90,198.66</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164,849.47</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34,000</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2,400,000</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618245936"/>
                  </a:ext>
                </a:extLst>
              </a:tr>
              <a:tr h="475337">
                <a:tc>
                  <a:txBody>
                    <a:bodyPr/>
                    <a:lstStyle/>
                    <a:p>
                      <a:pPr>
                        <a:lnSpc>
                          <a:spcPct val="107000"/>
                        </a:lnSpc>
                        <a:spcAft>
                          <a:spcPts val="0"/>
                        </a:spcAft>
                      </a:pPr>
                      <a:r>
                        <a:rPr lang="fr-FR" sz="1200">
                          <a:effectLst/>
                        </a:rPr>
                        <a:t>budget</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6,000</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31,847,495.87</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36,563,332.54</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17,000,000</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356,000,000</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465983081"/>
                  </a:ext>
                </a:extLst>
              </a:tr>
              <a:tr h="475337">
                <a:tc>
                  <a:txBody>
                    <a:bodyPr/>
                    <a:lstStyle/>
                    <a:p>
                      <a:pPr>
                        <a:lnSpc>
                          <a:spcPct val="107000"/>
                        </a:lnSpc>
                        <a:spcAft>
                          <a:spcPts val="0"/>
                        </a:spcAft>
                      </a:pPr>
                      <a:r>
                        <a:rPr lang="fr-FR" sz="1200">
                          <a:effectLst/>
                        </a:rPr>
                        <a:t>gross</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309.00</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78,515,225.89</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165,762,068.31</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20,207,126.50</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2,847,246,203</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826025076"/>
                  </a:ext>
                </a:extLst>
              </a:tr>
              <a:tr h="464982">
                <a:tc>
                  <a:txBody>
                    <a:bodyPr/>
                    <a:lstStyle/>
                    <a:p>
                      <a:pPr>
                        <a:lnSpc>
                          <a:spcPct val="107000"/>
                        </a:lnSpc>
                        <a:spcAft>
                          <a:spcPts val="0"/>
                        </a:spcAft>
                      </a:pPr>
                      <a:r>
                        <a:rPr lang="fr-FR" sz="1200">
                          <a:effectLst/>
                        </a:rPr>
                        <a:t>runtime</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63</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107.45</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18.51</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104</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366</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521493016"/>
                  </a:ext>
                </a:extLst>
              </a:tr>
              <a:tr h="475337">
                <a:tc>
                  <a:txBody>
                    <a:bodyPr/>
                    <a:lstStyle/>
                    <a:p>
                      <a:pPr>
                        <a:lnSpc>
                          <a:spcPct val="107000"/>
                        </a:lnSpc>
                        <a:spcAft>
                          <a:spcPts val="0"/>
                        </a:spcAft>
                      </a:pPr>
                      <a:r>
                        <a:rPr lang="fr-FR" sz="1200">
                          <a:effectLst/>
                        </a:rPr>
                        <a:t>roi</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-100.</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406.23</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15,680.88</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a:effectLst/>
                        </a:rPr>
                        <a:t>18</a:t>
                      </a:r>
                      <a:endParaRPr lang="fr-FR" sz="110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fr-FR" sz="1100" dirty="0">
                          <a:effectLst/>
                        </a:rPr>
                        <a:t>1,288,938.67</a:t>
                      </a:r>
                      <a:endParaRPr lang="fr-FR" sz="1100" dirty="0">
                        <a:effectLst/>
                        <a:latin typeface="Century Gothic" panose="020B0502020202020204" pitchFamily="34" charset="0"/>
                        <a:ea typeface="Century Gothic" panose="020B0502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383394611"/>
                  </a:ext>
                </a:extLst>
              </a:tr>
            </a:tbl>
          </a:graphicData>
        </a:graphic>
      </p:graphicFrame>
      <p:sp>
        <p:nvSpPr>
          <p:cNvPr id="20" name="Rectangle 19">
            <a:extLst>
              <a:ext uri="{FF2B5EF4-FFF2-40B4-BE49-F238E27FC236}">
                <a16:creationId xmlns:a16="http://schemas.microsoft.com/office/drawing/2014/main" id="{EC62C629-C435-4A82-90F5-629C2AEA03E9}"/>
              </a:ext>
            </a:extLst>
          </p:cNvPr>
          <p:cNvSpPr/>
          <p:nvPr/>
        </p:nvSpPr>
        <p:spPr>
          <a:xfrm>
            <a:off x="5599320" y="2215136"/>
            <a:ext cx="2600392" cy="473206"/>
          </a:xfrm>
          <a:prstGeom prst="rect">
            <a:avLst/>
          </a:prstGeom>
        </p:spPr>
        <p:txBody>
          <a:bodyPr wrap="none">
            <a:spAutoFit/>
          </a:bodyPr>
          <a:lstStyle/>
          <a:p>
            <a:pPr lvl="1">
              <a:lnSpc>
                <a:spcPct val="150000"/>
              </a:lnSpc>
              <a:spcBef>
                <a:spcPts val="200"/>
              </a:spcBef>
              <a:spcAft>
                <a:spcPts val="0"/>
              </a:spcAft>
            </a:pPr>
            <a:r>
              <a:rPr lang="fr-FR" b="1" dirty="0">
                <a:solidFill>
                  <a:srgbClr val="DDB974"/>
                </a:solidFill>
                <a:latin typeface="Monotype Corsiva" panose="03010101010201010101" pitchFamily="66" charset="0"/>
                <a:ea typeface="Times New Roman" panose="02020603050405020304" pitchFamily="18" charset="0"/>
                <a:cs typeface="Times New Roman" panose="02020603050405020304" pitchFamily="18" charset="0"/>
              </a:rPr>
              <a:t>Statistiques descriptives</a:t>
            </a:r>
            <a:endParaRPr lang="fr-FR" b="1" dirty="0">
              <a:solidFill>
                <a:srgbClr val="DDB974"/>
              </a:solidFill>
              <a:effectLst/>
              <a:latin typeface="Monotype Corsiva" panose="03010101010201010101" pitchFamily="66" charset="0"/>
              <a:ea typeface="Times New Roman" panose="02020603050405020304" pitchFamily="18" charset="0"/>
              <a:cs typeface="Times New Roman" panose="02020603050405020304" pitchFamily="18" charset="0"/>
            </a:endParaRPr>
          </a:p>
        </p:txBody>
      </p:sp>
      <p:grpSp>
        <p:nvGrpSpPr>
          <p:cNvPr id="22" name="Group 21">
            <a:extLst>
              <a:ext uri="{FF2B5EF4-FFF2-40B4-BE49-F238E27FC236}">
                <a16:creationId xmlns:a16="http://schemas.microsoft.com/office/drawing/2014/main" id="{A6C21C4F-DEE7-4F5B-A229-4242D244F343}"/>
              </a:ext>
            </a:extLst>
          </p:cNvPr>
          <p:cNvGrpSpPr/>
          <p:nvPr/>
        </p:nvGrpSpPr>
        <p:grpSpPr>
          <a:xfrm>
            <a:off x="1662875" y="1286624"/>
            <a:ext cx="1241720" cy="524966"/>
            <a:chOff x="0" y="0"/>
            <a:chExt cx="1655627" cy="699955"/>
          </a:xfrm>
        </p:grpSpPr>
        <p:grpSp>
          <p:nvGrpSpPr>
            <p:cNvPr id="23" name="Group 22">
              <a:extLst>
                <a:ext uri="{FF2B5EF4-FFF2-40B4-BE49-F238E27FC236}">
                  <a16:creationId xmlns:a16="http://schemas.microsoft.com/office/drawing/2014/main" id="{D31D9075-BE0F-43EF-B5CD-F6D9F65E3AC1}"/>
                </a:ext>
              </a:extLst>
            </p:cNvPr>
            <p:cNvGrpSpPr/>
            <p:nvPr/>
          </p:nvGrpSpPr>
          <p:grpSpPr>
            <a:xfrm>
              <a:off x="460624" y="0"/>
              <a:ext cx="734379" cy="699955"/>
              <a:chOff x="0" y="0"/>
              <a:chExt cx="812800" cy="774700"/>
            </a:xfrm>
          </p:grpSpPr>
          <p:sp>
            <p:nvSpPr>
              <p:cNvPr id="31" name="Freeform 23">
                <a:extLst>
                  <a:ext uri="{FF2B5EF4-FFF2-40B4-BE49-F238E27FC236}">
                    <a16:creationId xmlns:a16="http://schemas.microsoft.com/office/drawing/2014/main" id="{104C8E0C-15C4-4DF6-B27C-7066DC51D8F3}"/>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2" name="TextBox 24">
                <a:extLst>
                  <a:ext uri="{FF2B5EF4-FFF2-40B4-BE49-F238E27FC236}">
                    <a16:creationId xmlns:a16="http://schemas.microsoft.com/office/drawing/2014/main" id="{AE4E4B53-F73D-46C0-8B78-C6FAED77964E}"/>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24" name="Group 25">
              <a:extLst>
                <a:ext uri="{FF2B5EF4-FFF2-40B4-BE49-F238E27FC236}">
                  <a16:creationId xmlns:a16="http://schemas.microsoft.com/office/drawing/2014/main" id="{0F62F1AE-D127-4D99-B57E-1968DFC98AA5}"/>
                </a:ext>
              </a:extLst>
            </p:cNvPr>
            <p:cNvGrpSpPr/>
            <p:nvPr/>
          </p:nvGrpSpPr>
          <p:grpSpPr>
            <a:xfrm>
              <a:off x="1195003" y="260923"/>
              <a:ext cx="460624" cy="439032"/>
              <a:chOff x="0" y="0"/>
              <a:chExt cx="812800" cy="774700"/>
            </a:xfrm>
          </p:grpSpPr>
          <p:sp>
            <p:nvSpPr>
              <p:cNvPr id="29" name="Freeform 26">
                <a:extLst>
                  <a:ext uri="{FF2B5EF4-FFF2-40B4-BE49-F238E27FC236}">
                    <a16:creationId xmlns:a16="http://schemas.microsoft.com/office/drawing/2014/main" id="{D0325A18-464D-44EA-BE51-B8292C0EAFFA}"/>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0" name="TextBox 27">
                <a:extLst>
                  <a:ext uri="{FF2B5EF4-FFF2-40B4-BE49-F238E27FC236}">
                    <a16:creationId xmlns:a16="http://schemas.microsoft.com/office/drawing/2014/main" id="{24B3C18E-06B4-4BEE-AF92-58CD700389A7}"/>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25" name="Group 28">
              <a:extLst>
                <a:ext uri="{FF2B5EF4-FFF2-40B4-BE49-F238E27FC236}">
                  <a16:creationId xmlns:a16="http://schemas.microsoft.com/office/drawing/2014/main" id="{04BC8A43-238B-43CB-ADDF-EF782E59B091}"/>
                </a:ext>
              </a:extLst>
            </p:cNvPr>
            <p:cNvGrpSpPr/>
            <p:nvPr/>
          </p:nvGrpSpPr>
          <p:grpSpPr>
            <a:xfrm>
              <a:off x="0" y="260923"/>
              <a:ext cx="460624" cy="439032"/>
              <a:chOff x="0" y="0"/>
              <a:chExt cx="812800" cy="774700"/>
            </a:xfrm>
          </p:grpSpPr>
          <p:sp>
            <p:nvSpPr>
              <p:cNvPr id="27" name="Freeform 29">
                <a:extLst>
                  <a:ext uri="{FF2B5EF4-FFF2-40B4-BE49-F238E27FC236}">
                    <a16:creationId xmlns:a16="http://schemas.microsoft.com/office/drawing/2014/main" id="{359E6A02-AA70-4784-A051-644C3850BDC7}"/>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28" name="TextBox 30">
                <a:extLst>
                  <a:ext uri="{FF2B5EF4-FFF2-40B4-BE49-F238E27FC236}">
                    <a16:creationId xmlns:a16="http://schemas.microsoft.com/office/drawing/2014/main" id="{B91889AD-3BFF-4BD8-8749-F705690D567E}"/>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grpSp>
        <p:nvGrpSpPr>
          <p:cNvPr id="33" name="Group 21">
            <a:extLst>
              <a:ext uri="{FF2B5EF4-FFF2-40B4-BE49-F238E27FC236}">
                <a16:creationId xmlns:a16="http://schemas.microsoft.com/office/drawing/2014/main" id="{89ED32F3-9B22-4721-BCE8-F5CB1BC9767E}"/>
              </a:ext>
            </a:extLst>
          </p:cNvPr>
          <p:cNvGrpSpPr/>
          <p:nvPr/>
        </p:nvGrpSpPr>
        <p:grpSpPr>
          <a:xfrm>
            <a:off x="7972235" y="1278113"/>
            <a:ext cx="1241720" cy="524966"/>
            <a:chOff x="0" y="0"/>
            <a:chExt cx="1655627" cy="699955"/>
          </a:xfrm>
        </p:grpSpPr>
        <p:grpSp>
          <p:nvGrpSpPr>
            <p:cNvPr id="34" name="Group 22">
              <a:extLst>
                <a:ext uri="{FF2B5EF4-FFF2-40B4-BE49-F238E27FC236}">
                  <a16:creationId xmlns:a16="http://schemas.microsoft.com/office/drawing/2014/main" id="{D19848B7-C120-465A-A3C9-39ED95583DB9}"/>
                </a:ext>
              </a:extLst>
            </p:cNvPr>
            <p:cNvGrpSpPr/>
            <p:nvPr/>
          </p:nvGrpSpPr>
          <p:grpSpPr>
            <a:xfrm>
              <a:off x="460624" y="0"/>
              <a:ext cx="734379" cy="699955"/>
              <a:chOff x="0" y="0"/>
              <a:chExt cx="812800" cy="774700"/>
            </a:xfrm>
          </p:grpSpPr>
          <p:sp>
            <p:nvSpPr>
              <p:cNvPr id="41" name="Freeform 23">
                <a:extLst>
                  <a:ext uri="{FF2B5EF4-FFF2-40B4-BE49-F238E27FC236}">
                    <a16:creationId xmlns:a16="http://schemas.microsoft.com/office/drawing/2014/main" id="{9AAFB4D2-8276-44E7-8211-4B4F9A5F3279}"/>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2" name="TextBox 24">
                <a:extLst>
                  <a:ext uri="{FF2B5EF4-FFF2-40B4-BE49-F238E27FC236}">
                    <a16:creationId xmlns:a16="http://schemas.microsoft.com/office/drawing/2014/main" id="{11BF23D7-9B51-4DEE-8758-FA4D2912BF8F}"/>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35" name="Group 25">
              <a:extLst>
                <a:ext uri="{FF2B5EF4-FFF2-40B4-BE49-F238E27FC236}">
                  <a16:creationId xmlns:a16="http://schemas.microsoft.com/office/drawing/2014/main" id="{5CF158BD-B6E1-4E6A-A58A-9E660514D912}"/>
                </a:ext>
              </a:extLst>
            </p:cNvPr>
            <p:cNvGrpSpPr/>
            <p:nvPr/>
          </p:nvGrpSpPr>
          <p:grpSpPr>
            <a:xfrm>
              <a:off x="1195003" y="260923"/>
              <a:ext cx="460624" cy="439032"/>
              <a:chOff x="0" y="0"/>
              <a:chExt cx="812800" cy="774700"/>
            </a:xfrm>
          </p:grpSpPr>
          <p:sp>
            <p:nvSpPr>
              <p:cNvPr id="39" name="Freeform 26">
                <a:extLst>
                  <a:ext uri="{FF2B5EF4-FFF2-40B4-BE49-F238E27FC236}">
                    <a16:creationId xmlns:a16="http://schemas.microsoft.com/office/drawing/2014/main" id="{1082AE0E-3FF7-4DBC-AE51-85E693DE59CA}"/>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0" name="TextBox 27">
                <a:extLst>
                  <a:ext uri="{FF2B5EF4-FFF2-40B4-BE49-F238E27FC236}">
                    <a16:creationId xmlns:a16="http://schemas.microsoft.com/office/drawing/2014/main" id="{B9975B0A-A174-4DCE-B6E5-25073392B9AB}"/>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36" name="Group 28">
              <a:extLst>
                <a:ext uri="{FF2B5EF4-FFF2-40B4-BE49-F238E27FC236}">
                  <a16:creationId xmlns:a16="http://schemas.microsoft.com/office/drawing/2014/main" id="{91F768A0-B9BE-4F62-9C17-38F811828581}"/>
                </a:ext>
              </a:extLst>
            </p:cNvPr>
            <p:cNvGrpSpPr/>
            <p:nvPr/>
          </p:nvGrpSpPr>
          <p:grpSpPr>
            <a:xfrm>
              <a:off x="0" y="260923"/>
              <a:ext cx="460624" cy="439032"/>
              <a:chOff x="0" y="0"/>
              <a:chExt cx="812800" cy="774700"/>
            </a:xfrm>
          </p:grpSpPr>
          <p:sp>
            <p:nvSpPr>
              <p:cNvPr id="37" name="Freeform 29">
                <a:extLst>
                  <a:ext uri="{FF2B5EF4-FFF2-40B4-BE49-F238E27FC236}">
                    <a16:creationId xmlns:a16="http://schemas.microsoft.com/office/drawing/2014/main" id="{6A9A1BB8-D5C4-4D02-8569-0D37707DF33F}"/>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8" name="TextBox 30">
                <a:extLst>
                  <a:ext uri="{FF2B5EF4-FFF2-40B4-BE49-F238E27FC236}">
                    <a16:creationId xmlns:a16="http://schemas.microsoft.com/office/drawing/2014/main" id="{41C0C9ED-1591-41B5-BD62-A5FE5DFA0390}"/>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pic>
        <p:nvPicPr>
          <p:cNvPr id="43" name="Image 42">
            <a:extLst>
              <a:ext uri="{FF2B5EF4-FFF2-40B4-BE49-F238E27FC236}">
                <a16:creationId xmlns:a16="http://schemas.microsoft.com/office/drawing/2014/main" id="{62BD1E7E-476E-4EB1-B3E4-E4333B0850FC}"/>
              </a:ext>
            </a:extLst>
          </p:cNvPr>
          <p:cNvPicPr/>
          <p:nvPr/>
        </p:nvPicPr>
        <p:blipFill>
          <a:blip r:embed="rId4">
            <a:extLst>
              <a:ext uri="{28A0092B-C50C-407E-A947-70E740481C1C}">
                <a14:useLocalDpi xmlns:a14="http://schemas.microsoft.com/office/drawing/2010/main" val="0"/>
              </a:ext>
            </a:extLst>
          </a:blip>
          <a:stretch>
            <a:fillRect/>
          </a:stretch>
        </p:blipFill>
        <p:spPr>
          <a:xfrm>
            <a:off x="216320" y="7600484"/>
            <a:ext cx="5383000" cy="3486150"/>
          </a:xfrm>
          <a:prstGeom prst="rect">
            <a:avLst/>
          </a:prstGeom>
        </p:spPr>
      </p:pic>
      <p:pic>
        <p:nvPicPr>
          <p:cNvPr id="44" name="Image 43">
            <a:extLst>
              <a:ext uri="{FF2B5EF4-FFF2-40B4-BE49-F238E27FC236}">
                <a16:creationId xmlns:a16="http://schemas.microsoft.com/office/drawing/2014/main" id="{B94C22A7-BCA6-47AF-9A95-D8B028275896}"/>
              </a:ext>
            </a:extLst>
          </p:cNvPr>
          <p:cNvPicPr/>
          <p:nvPr/>
        </p:nvPicPr>
        <p:blipFill>
          <a:blip r:embed="rId5">
            <a:extLst>
              <a:ext uri="{28A0092B-C50C-407E-A947-70E740481C1C}">
                <a14:useLocalDpi xmlns:a14="http://schemas.microsoft.com/office/drawing/2010/main" val="0"/>
              </a:ext>
            </a:extLst>
          </a:blip>
          <a:stretch>
            <a:fillRect/>
          </a:stretch>
        </p:blipFill>
        <p:spPr>
          <a:xfrm>
            <a:off x="12672436" y="-3111321"/>
            <a:ext cx="5760720" cy="3417163"/>
          </a:xfrm>
          <a:prstGeom prst="rect">
            <a:avLst/>
          </a:prstGeom>
        </p:spPr>
      </p:pic>
    </p:spTree>
    <p:extLst>
      <p:ext uri="{BB962C8B-B14F-4D97-AF65-F5344CB8AC3E}">
        <p14:creationId xmlns:p14="http://schemas.microsoft.com/office/powerpoint/2010/main" val="32863448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70000"/>
        </a:solidFill>
        <a:effectLst/>
      </p:bgPr>
    </p:bg>
    <p:spTree>
      <p:nvGrpSpPr>
        <p:cNvPr id="1" name=""/>
        <p:cNvGrpSpPr/>
        <p:nvPr/>
      </p:nvGrpSpPr>
      <p:grpSpPr>
        <a:xfrm>
          <a:off x="0" y="0"/>
          <a:ext cx="0" cy="0"/>
          <a:chOff x="0" y="0"/>
          <a:chExt cx="0" cy="0"/>
        </a:xfrm>
      </p:grpSpPr>
      <p:sp>
        <p:nvSpPr>
          <p:cNvPr id="5" name="AutoShape 5"/>
          <p:cNvSpPr/>
          <p:nvPr/>
        </p:nvSpPr>
        <p:spPr>
          <a:xfrm>
            <a:off x="660400" y="759987"/>
            <a:ext cx="9675727" cy="0"/>
          </a:xfrm>
          <a:prstGeom prst="line">
            <a:avLst/>
          </a:prstGeom>
          <a:ln w="38100" cap="flat">
            <a:solidFill>
              <a:srgbClr val="DDB974"/>
            </a:solidFill>
            <a:prstDash val="solid"/>
            <a:headEnd type="none" w="sm" len="sm"/>
            <a:tailEnd type="none" w="sm" len="sm"/>
          </a:ln>
        </p:spPr>
      </p:sp>
      <p:graphicFrame>
        <p:nvGraphicFramePr>
          <p:cNvPr id="25" name="Chart 24">
            <a:extLst>
              <a:ext uri="{FF2B5EF4-FFF2-40B4-BE49-F238E27FC236}">
                <a16:creationId xmlns:a16="http://schemas.microsoft.com/office/drawing/2014/main" id="{E558E4D0-F7DF-4560-A287-D652F9D489F5}"/>
              </a:ext>
            </a:extLst>
          </p:cNvPr>
          <p:cNvGraphicFramePr/>
          <p:nvPr>
            <p:extLst>
              <p:ext uri="{D42A27DB-BD31-4B8C-83A1-F6EECF244321}">
                <p14:modId xmlns:p14="http://schemas.microsoft.com/office/powerpoint/2010/main" val="2160301861"/>
              </p:ext>
            </p:extLst>
          </p:nvPr>
        </p:nvGraphicFramePr>
        <p:xfrm>
          <a:off x="660400" y="1907267"/>
          <a:ext cx="5535401" cy="4139514"/>
        </p:xfrm>
        <a:graphic>
          <a:graphicData uri="http://schemas.openxmlformats.org/drawingml/2006/chart">
            <c:chart xmlns:c="http://schemas.openxmlformats.org/drawingml/2006/chart" xmlns:r="http://schemas.openxmlformats.org/officeDocument/2006/relationships" r:id="rId2"/>
          </a:graphicData>
        </a:graphic>
      </p:graphicFrame>
      <p:cxnSp>
        <p:nvCxnSpPr>
          <p:cNvPr id="8" name="Straight Connector 7">
            <a:extLst>
              <a:ext uri="{FF2B5EF4-FFF2-40B4-BE49-F238E27FC236}">
                <a16:creationId xmlns:a16="http://schemas.microsoft.com/office/drawing/2014/main" id="{AEBF2DB3-1841-46F6-9852-4C3A6A8C72AD}"/>
              </a:ext>
            </a:extLst>
          </p:cNvPr>
          <p:cNvCxnSpPr>
            <a:cxnSpLocks/>
          </p:cNvCxnSpPr>
          <p:nvPr/>
        </p:nvCxnSpPr>
        <p:spPr>
          <a:xfrm>
            <a:off x="5943600" y="2054524"/>
            <a:ext cx="0" cy="4496053"/>
          </a:xfrm>
          <a:prstGeom prst="line">
            <a:avLst/>
          </a:prstGeom>
          <a:ln w="38100"/>
        </p:spPr>
        <p:style>
          <a:lnRef idx="1">
            <a:schemeClr val="dk1"/>
          </a:lnRef>
          <a:fillRef idx="0">
            <a:schemeClr val="dk1"/>
          </a:fillRef>
          <a:effectRef idx="0">
            <a:schemeClr val="dk1"/>
          </a:effectRef>
          <a:fontRef idx="minor">
            <a:schemeClr val="tx1"/>
          </a:fontRef>
        </p:style>
      </p:cxnSp>
      <p:sp>
        <p:nvSpPr>
          <p:cNvPr id="11" name="ZoneTexte 11">
            <a:extLst>
              <a:ext uri="{FF2B5EF4-FFF2-40B4-BE49-F238E27FC236}">
                <a16:creationId xmlns:a16="http://schemas.microsoft.com/office/drawing/2014/main" id="{D88A1DCD-664F-4311-8F53-D7EA27B269D7}"/>
              </a:ext>
            </a:extLst>
          </p:cNvPr>
          <p:cNvSpPr txBox="1"/>
          <p:nvPr/>
        </p:nvSpPr>
        <p:spPr>
          <a:xfrm>
            <a:off x="7924800" y="6579719"/>
            <a:ext cx="4474978" cy="318164"/>
          </a:xfrm>
          <a:prstGeom prst="rect">
            <a:avLst/>
          </a:prstGeom>
          <a:noFill/>
        </p:spPr>
        <p:txBody>
          <a:bodyPr wrap="square">
            <a:spAutoFit/>
          </a:bodyPr>
          <a:lstStyle/>
          <a:p>
            <a:pPr algn="ctr">
              <a:lnSpc>
                <a:spcPct val="150000"/>
              </a:lnSpc>
              <a:spcAft>
                <a:spcPts val="533"/>
              </a:spcAft>
            </a:pPr>
            <a:r>
              <a:rPr lang="fr-FR" sz="1067" b="1" i="1" dirty="0">
                <a:solidFill>
                  <a:srgbClr val="DDB974"/>
                </a:solidFill>
                <a:latin typeface="Monotype Corsiva" panose="03010101010201010101" pitchFamily="66" charset="0"/>
                <a:ea typeface="Calibri" panose="020F0502020204030204" pitchFamily="34" charset="0"/>
                <a:cs typeface="Arial" panose="020B0604020202020204" pitchFamily="34" charset="0"/>
              </a:rPr>
              <a:t>Source : Enquête Auprès Des Ménage Et Exploitation (EMEA)</a:t>
            </a:r>
          </a:p>
        </p:txBody>
      </p:sp>
      <p:sp>
        <p:nvSpPr>
          <p:cNvPr id="16" name="Rectangle 15">
            <a:extLst>
              <a:ext uri="{FF2B5EF4-FFF2-40B4-BE49-F238E27FC236}">
                <a16:creationId xmlns:a16="http://schemas.microsoft.com/office/drawing/2014/main" id="{CD07A2B4-590E-4F0E-863F-4C359F3A8236}"/>
              </a:ext>
            </a:extLst>
          </p:cNvPr>
          <p:cNvSpPr/>
          <p:nvPr/>
        </p:nvSpPr>
        <p:spPr>
          <a:xfrm>
            <a:off x="3110726" y="51219"/>
            <a:ext cx="4886274" cy="684803"/>
          </a:xfrm>
          <a:prstGeom prst="rect">
            <a:avLst/>
          </a:prstGeom>
        </p:spPr>
        <p:txBody>
          <a:bodyPr wrap="none">
            <a:spAutoFit/>
          </a:bodyPr>
          <a:lstStyle/>
          <a:p>
            <a:pPr lvl="0" algn="just">
              <a:lnSpc>
                <a:spcPct val="150000"/>
              </a:lnSpc>
              <a:spcBef>
                <a:spcPts val="200"/>
              </a:spcBef>
              <a:spcAft>
                <a:spcPts val="0"/>
              </a:spcAft>
              <a:buClr>
                <a:srgbClr val="0070C0"/>
              </a:buClr>
            </a:pPr>
            <a:r>
              <a:rPr lang="fr-FR" sz="2800" b="1" dirty="0">
                <a:solidFill>
                  <a:srgbClr val="DDB974"/>
                </a:solidFill>
                <a:latin typeface="Monotype Corsiva" panose="03010101010201010101" pitchFamily="66" charset="0"/>
                <a:ea typeface="Times New Roman" panose="02020603050405020304" pitchFamily="18" charset="0"/>
                <a:cs typeface="Times New Roman" panose="02020603050405020304" pitchFamily="18" charset="0"/>
              </a:rPr>
              <a:t>Analyse descriptive des scores IMDB</a:t>
            </a:r>
          </a:p>
        </p:txBody>
      </p:sp>
      <p:grpSp>
        <p:nvGrpSpPr>
          <p:cNvPr id="15" name="Groupe 14">
            <a:extLst>
              <a:ext uri="{FF2B5EF4-FFF2-40B4-BE49-F238E27FC236}">
                <a16:creationId xmlns:a16="http://schemas.microsoft.com/office/drawing/2014/main" id="{88466FAE-AAA9-476B-BDBD-F6D45CFEC0D2}"/>
              </a:ext>
            </a:extLst>
          </p:cNvPr>
          <p:cNvGrpSpPr/>
          <p:nvPr/>
        </p:nvGrpSpPr>
        <p:grpSpPr>
          <a:xfrm>
            <a:off x="-14420" y="-26649"/>
            <a:ext cx="12280257" cy="6911319"/>
            <a:chOff x="-14420" y="-26649"/>
            <a:chExt cx="12280257" cy="6911319"/>
          </a:xfrm>
        </p:grpSpPr>
        <p:sp>
          <p:nvSpPr>
            <p:cNvPr id="18" name="Freeform 4">
              <a:extLst>
                <a:ext uri="{FF2B5EF4-FFF2-40B4-BE49-F238E27FC236}">
                  <a16:creationId xmlns:a16="http://schemas.microsoft.com/office/drawing/2014/main" id="{5BCE20A8-BD7B-4546-822F-A03B7466BA10}"/>
                </a:ext>
              </a:extLst>
            </p:cNvPr>
            <p:cNvSpPr/>
            <p:nvPr/>
          </p:nvSpPr>
          <p:spPr>
            <a:xfrm rot="5400000">
              <a:off x="10735070" y="541235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9" name="Freeform 5">
              <a:extLst>
                <a:ext uri="{FF2B5EF4-FFF2-40B4-BE49-F238E27FC236}">
                  <a16:creationId xmlns:a16="http://schemas.microsoft.com/office/drawing/2014/main" id="{C5985E0C-35AC-4572-9FDA-0AB07A778311}"/>
                </a:ext>
              </a:extLst>
            </p:cNvPr>
            <p:cNvSpPr/>
            <p:nvPr/>
          </p:nvSpPr>
          <p:spPr>
            <a:xfrm rot="10800000">
              <a:off x="-4089" y="540106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AutoShape 6">
              <a:extLst>
                <a:ext uri="{FF2B5EF4-FFF2-40B4-BE49-F238E27FC236}">
                  <a16:creationId xmlns:a16="http://schemas.microsoft.com/office/drawing/2014/main" id="{0992899E-63D2-4957-B4C7-F5F0D8F71C17}"/>
                </a:ext>
              </a:extLst>
            </p:cNvPr>
            <p:cNvSpPr/>
            <p:nvPr/>
          </p:nvSpPr>
          <p:spPr>
            <a:xfrm>
              <a:off x="2212236" y="6789773"/>
              <a:ext cx="7767529" cy="0"/>
            </a:xfrm>
            <a:prstGeom prst="line">
              <a:avLst/>
            </a:prstGeom>
            <a:ln w="28575" cap="flat">
              <a:solidFill>
                <a:srgbClr val="DDB974"/>
              </a:solidFill>
              <a:prstDash val="solid"/>
              <a:headEnd type="none" w="sm" len="sm"/>
              <a:tailEnd type="none" w="sm" len="sm"/>
            </a:ln>
          </p:spPr>
        </p:sp>
        <p:sp>
          <p:nvSpPr>
            <p:cNvPr id="21" name="AutoShape 5">
              <a:extLst>
                <a:ext uri="{FF2B5EF4-FFF2-40B4-BE49-F238E27FC236}">
                  <a16:creationId xmlns:a16="http://schemas.microsoft.com/office/drawing/2014/main" id="{9B2BFC66-21F0-4053-A3C0-2E7891D03156}"/>
                </a:ext>
              </a:extLst>
            </p:cNvPr>
            <p:cNvSpPr/>
            <p:nvPr/>
          </p:nvSpPr>
          <p:spPr>
            <a:xfrm>
              <a:off x="1506018" y="98775"/>
              <a:ext cx="9116341" cy="0"/>
            </a:xfrm>
            <a:prstGeom prst="line">
              <a:avLst/>
            </a:prstGeom>
            <a:ln w="38100" cap="flat">
              <a:solidFill>
                <a:srgbClr val="DDB974"/>
              </a:solidFill>
              <a:prstDash val="solid"/>
              <a:headEnd type="none" w="sm" len="sm"/>
              <a:tailEnd type="none" w="sm" len="sm"/>
            </a:ln>
          </p:spPr>
        </p:sp>
        <p:sp>
          <p:nvSpPr>
            <p:cNvPr id="22" name="Freeform 3">
              <a:extLst>
                <a:ext uri="{FF2B5EF4-FFF2-40B4-BE49-F238E27FC236}">
                  <a16:creationId xmlns:a16="http://schemas.microsoft.com/office/drawing/2014/main" id="{E1D857A6-6A0D-4CC7-A92F-42E5693A039C}"/>
                </a:ext>
              </a:extLst>
            </p:cNvPr>
            <p:cNvSpPr/>
            <p:nvPr/>
          </p:nvSpPr>
          <p:spPr>
            <a:xfrm rot="16200000">
              <a:off x="-14420"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3" name="Freeform 2">
              <a:extLst>
                <a:ext uri="{FF2B5EF4-FFF2-40B4-BE49-F238E27FC236}">
                  <a16:creationId xmlns:a16="http://schemas.microsoft.com/office/drawing/2014/main" id="{EF3BE742-B11D-45A8-8938-FEE9853EED1F}"/>
                </a:ext>
              </a:extLst>
            </p:cNvPr>
            <p:cNvSpPr/>
            <p:nvPr/>
          </p:nvSpPr>
          <p:spPr>
            <a:xfrm>
              <a:off x="10793526"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pic>
        <p:nvPicPr>
          <p:cNvPr id="24" name="Image 23">
            <a:extLst>
              <a:ext uri="{FF2B5EF4-FFF2-40B4-BE49-F238E27FC236}">
                <a16:creationId xmlns:a16="http://schemas.microsoft.com/office/drawing/2014/main" id="{B880F2FA-85DF-4001-932A-9A246743F7C4}"/>
              </a:ext>
            </a:extLst>
          </p:cNvPr>
          <p:cNvPicPr/>
          <p:nvPr/>
        </p:nvPicPr>
        <p:blipFill>
          <a:blip r:embed="rId5">
            <a:extLst>
              <a:ext uri="{28A0092B-C50C-407E-A947-70E740481C1C}">
                <a14:useLocalDpi xmlns:a14="http://schemas.microsoft.com/office/drawing/2010/main" val="0"/>
              </a:ext>
            </a:extLst>
          </a:blip>
          <a:stretch>
            <a:fillRect/>
          </a:stretch>
        </p:blipFill>
        <p:spPr>
          <a:xfrm>
            <a:off x="341035" y="1763117"/>
            <a:ext cx="5383000" cy="3486150"/>
          </a:xfrm>
          <a:prstGeom prst="rect">
            <a:avLst/>
          </a:prstGeom>
        </p:spPr>
      </p:pic>
      <p:pic>
        <p:nvPicPr>
          <p:cNvPr id="26" name="Image 25">
            <a:extLst>
              <a:ext uri="{FF2B5EF4-FFF2-40B4-BE49-F238E27FC236}">
                <a16:creationId xmlns:a16="http://schemas.microsoft.com/office/drawing/2014/main" id="{DEEEFACD-91BB-4195-9062-446CCD40526B}"/>
              </a:ext>
            </a:extLst>
          </p:cNvPr>
          <p:cNvPicPr/>
          <p:nvPr/>
        </p:nvPicPr>
        <p:blipFill>
          <a:blip r:embed="rId6">
            <a:extLst>
              <a:ext uri="{28A0092B-C50C-407E-A947-70E740481C1C}">
                <a14:useLocalDpi xmlns:a14="http://schemas.microsoft.com/office/drawing/2010/main" val="0"/>
              </a:ext>
            </a:extLst>
          </a:blip>
          <a:stretch>
            <a:fillRect/>
          </a:stretch>
        </p:blipFill>
        <p:spPr>
          <a:xfrm>
            <a:off x="6163166" y="1815666"/>
            <a:ext cx="5760720" cy="3417163"/>
          </a:xfrm>
          <a:prstGeom prst="rect">
            <a:avLst/>
          </a:prstGeom>
        </p:spPr>
      </p:pic>
      <p:grpSp>
        <p:nvGrpSpPr>
          <p:cNvPr id="27" name="Group 21">
            <a:extLst>
              <a:ext uri="{FF2B5EF4-FFF2-40B4-BE49-F238E27FC236}">
                <a16:creationId xmlns:a16="http://schemas.microsoft.com/office/drawing/2014/main" id="{B174BBBC-1A32-4458-A1FE-EA6F44AD98FB}"/>
              </a:ext>
            </a:extLst>
          </p:cNvPr>
          <p:cNvGrpSpPr/>
          <p:nvPr/>
        </p:nvGrpSpPr>
        <p:grpSpPr>
          <a:xfrm>
            <a:off x="2428685" y="978014"/>
            <a:ext cx="1241720" cy="524966"/>
            <a:chOff x="0" y="0"/>
            <a:chExt cx="1655627" cy="699955"/>
          </a:xfrm>
        </p:grpSpPr>
        <p:grpSp>
          <p:nvGrpSpPr>
            <p:cNvPr id="28" name="Group 22">
              <a:extLst>
                <a:ext uri="{FF2B5EF4-FFF2-40B4-BE49-F238E27FC236}">
                  <a16:creationId xmlns:a16="http://schemas.microsoft.com/office/drawing/2014/main" id="{EF9EAB96-B234-4220-B316-9C74DFEDCC81}"/>
                </a:ext>
              </a:extLst>
            </p:cNvPr>
            <p:cNvGrpSpPr/>
            <p:nvPr/>
          </p:nvGrpSpPr>
          <p:grpSpPr>
            <a:xfrm>
              <a:off x="460624" y="0"/>
              <a:ext cx="734379" cy="699955"/>
              <a:chOff x="0" y="0"/>
              <a:chExt cx="812800" cy="774700"/>
            </a:xfrm>
          </p:grpSpPr>
          <p:sp>
            <p:nvSpPr>
              <p:cNvPr id="35" name="Freeform 23">
                <a:extLst>
                  <a:ext uri="{FF2B5EF4-FFF2-40B4-BE49-F238E27FC236}">
                    <a16:creationId xmlns:a16="http://schemas.microsoft.com/office/drawing/2014/main" id="{0B190428-11AF-4B9E-A906-9B2F88BAE4B9}"/>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6" name="TextBox 24">
                <a:extLst>
                  <a:ext uri="{FF2B5EF4-FFF2-40B4-BE49-F238E27FC236}">
                    <a16:creationId xmlns:a16="http://schemas.microsoft.com/office/drawing/2014/main" id="{762733D7-ECF4-468A-86D6-500AD30E5133}"/>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29" name="Group 25">
              <a:extLst>
                <a:ext uri="{FF2B5EF4-FFF2-40B4-BE49-F238E27FC236}">
                  <a16:creationId xmlns:a16="http://schemas.microsoft.com/office/drawing/2014/main" id="{7B3DE32B-9B3F-47F9-AADB-4C1CCFC792A3}"/>
                </a:ext>
              </a:extLst>
            </p:cNvPr>
            <p:cNvGrpSpPr/>
            <p:nvPr/>
          </p:nvGrpSpPr>
          <p:grpSpPr>
            <a:xfrm>
              <a:off x="1195003" y="260923"/>
              <a:ext cx="460624" cy="439032"/>
              <a:chOff x="0" y="0"/>
              <a:chExt cx="812800" cy="774700"/>
            </a:xfrm>
          </p:grpSpPr>
          <p:sp>
            <p:nvSpPr>
              <p:cNvPr id="33" name="Freeform 26">
                <a:extLst>
                  <a:ext uri="{FF2B5EF4-FFF2-40B4-BE49-F238E27FC236}">
                    <a16:creationId xmlns:a16="http://schemas.microsoft.com/office/drawing/2014/main" id="{FFBC0364-CD57-4187-A50A-EF1B6FFECF3B}"/>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4" name="TextBox 27">
                <a:extLst>
                  <a:ext uri="{FF2B5EF4-FFF2-40B4-BE49-F238E27FC236}">
                    <a16:creationId xmlns:a16="http://schemas.microsoft.com/office/drawing/2014/main" id="{B3E7B4C3-8801-44CF-9B8F-056D2F8BCBAD}"/>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30" name="Group 28">
              <a:extLst>
                <a:ext uri="{FF2B5EF4-FFF2-40B4-BE49-F238E27FC236}">
                  <a16:creationId xmlns:a16="http://schemas.microsoft.com/office/drawing/2014/main" id="{AAD8F08E-FD1A-4D00-8491-E5B8B021A6F0}"/>
                </a:ext>
              </a:extLst>
            </p:cNvPr>
            <p:cNvGrpSpPr/>
            <p:nvPr/>
          </p:nvGrpSpPr>
          <p:grpSpPr>
            <a:xfrm>
              <a:off x="0" y="260923"/>
              <a:ext cx="460624" cy="439032"/>
              <a:chOff x="0" y="0"/>
              <a:chExt cx="812800" cy="774700"/>
            </a:xfrm>
          </p:grpSpPr>
          <p:sp>
            <p:nvSpPr>
              <p:cNvPr id="31" name="Freeform 29">
                <a:extLst>
                  <a:ext uri="{FF2B5EF4-FFF2-40B4-BE49-F238E27FC236}">
                    <a16:creationId xmlns:a16="http://schemas.microsoft.com/office/drawing/2014/main" id="{FA073365-0D8F-4107-9F92-96DCB5C91204}"/>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2" name="TextBox 30">
                <a:extLst>
                  <a:ext uri="{FF2B5EF4-FFF2-40B4-BE49-F238E27FC236}">
                    <a16:creationId xmlns:a16="http://schemas.microsoft.com/office/drawing/2014/main" id="{F9CF58DE-AC02-4B07-91E0-D4878FAFF868}"/>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grpSp>
        <p:nvGrpSpPr>
          <p:cNvPr id="37" name="Group 21">
            <a:extLst>
              <a:ext uri="{FF2B5EF4-FFF2-40B4-BE49-F238E27FC236}">
                <a16:creationId xmlns:a16="http://schemas.microsoft.com/office/drawing/2014/main" id="{C98673C3-6C4F-46FF-81ED-0A20F941E043}"/>
              </a:ext>
            </a:extLst>
          </p:cNvPr>
          <p:cNvGrpSpPr/>
          <p:nvPr/>
        </p:nvGrpSpPr>
        <p:grpSpPr>
          <a:xfrm>
            <a:off x="8738045" y="969503"/>
            <a:ext cx="1241720" cy="524966"/>
            <a:chOff x="0" y="0"/>
            <a:chExt cx="1655627" cy="699955"/>
          </a:xfrm>
        </p:grpSpPr>
        <p:grpSp>
          <p:nvGrpSpPr>
            <p:cNvPr id="38" name="Group 22">
              <a:extLst>
                <a:ext uri="{FF2B5EF4-FFF2-40B4-BE49-F238E27FC236}">
                  <a16:creationId xmlns:a16="http://schemas.microsoft.com/office/drawing/2014/main" id="{51AFD793-2BDE-474B-B7BF-C371AA0F49C4}"/>
                </a:ext>
              </a:extLst>
            </p:cNvPr>
            <p:cNvGrpSpPr/>
            <p:nvPr/>
          </p:nvGrpSpPr>
          <p:grpSpPr>
            <a:xfrm>
              <a:off x="460624" y="0"/>
              <a:ext cx="734379" cy="699955"/>
              <a:chOff x="0" y="0"/>
              <a:chExt cx="812800" cy="774700"/>
            </a:xfrm>
          </p:grpSpPr>
          <p:sp>
            <p:nvSpPr>
              <p:cNvPr id="45" name="Freeform 23">
                <a:extLst>
                  <a:ext uri="{FF2B5EF4-FFF2-40B4-BE49-F238E27FC236}">
                    <a16:creationId xmlns:a16="http://schemas.microsoft.com/office/drawing/2014/main" id="{3D65037A-F79F-4D13-9C2B-B0816BC27CD2}"/>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6" name="TextBox 24">
                <a:extLst>
                  <a:ext uri="{FF2B5EF4-FFF2-40B4-BE49-F238E27FC236}">
                    <a16:creationId xmlns:a16="http://schemas.microsoft.com/office/drawing/2014/main" id="{42642E6A-4DA9-4673-8B14-878C615C95BA}"/>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39" name="Group 25">
              <a:extLst>
                <a:ext uri="{FF2B5EF4-FFF2-40B4-BE49-F238E27FC236}">
                  <a16:creationId xmlns:a16="http://schemas.microsoft.com/office/drawing/2014/main" id="{0A93C4F0-6CE9-4DE1-9F69-13A02F68785A}"/>
                </a:ext>
              </a:extLst>
            </p:cNvPr>
            <p:cNvGrpSpPr/>
            <p:nvPr/>
          </p:nvGrpSpPr>
          <p:grpSpPr>
            <a:xfrm>
              <a:off x="1195003" y="260923"/>
              <a:ext cx="460624" cy="439032"/>
              <a:chOff x="0" y="0"/>
              <a:chExt cx="812800" cy="774700"/>
            </a:xfrm>
          </p:grpSpPr>
          <p:sp>
            <p:nvSpPr>
              <p:cNvPr id="43" name="Freeform 26">
                <a:extLst>
                  <a:ext uri="{FF2B5EF4-FFF2-40B4-BE49-F238E27FC236}">
                    <a16:creationId xmlns:a16="http://schemas.microsoft.com/office/drawing/2014/main" id="{6FD09075-18DC-40FE-BA4C-E80EF2BEAB30}"/>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4" name="TextBox 27">
                <a:extLst>
                  <a:ext uri="{FF2B5EF4-FFF2-40B4-BE49-F238E27FC236}">
                    <a16:creationId xmlns:a16="http://schemas.microsoft.com/office/drawing/2014/main" id="{C2C1168E-2F2A-47FC-9649-EF4F0A7678A5}"/>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40" name="Group 28">
              <a:extLst>
                <a:ext uri="{FF2B5EF4-FFF2-40B4-BE49-F238E27FC236}">
                  <a16:creationId xmlns:a16="http://schemas.microsoft.com/office/drawing/2014/main" id="{AC5BEED3-3A7F-4AEC-A88D-62B82CF7DC1C}"/>
                </a:ext>
              </a:extLst>
            </p:cNvPr>
            <p:cNvGrpSpPr/>
            <p:nvPr/>
          </p:nvGrpSpPr>
          <p:grpSpPr>
            <a:xfrm>
              <a:off x="0" y="260923"/>
              <a:ext cx="460624" cy="439032"/>
              <a:chOff x="0" y="0"/>
              <a:chExt cx="812800" cy="774700"/>
            </a:xfrm>
          </p:grpSpPr>
          <p:sp>
            <p:nvSpPr>
              <p:cNvPr id="41" name="Freeform 29">
                <a:extLst>
                  <a:ext uri="{FF2B5EF4-FFF2-40B4-BE49-F238E27FC236}">
                    <a16:creationId xmlns:a16="http://schemas.microsoft.com/office/drawing/2014/main" id="{9699F28A-B2FA-4044-92D5-46ADB480C754}"/>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2" name="TextBox 30">
                <a:extLst>
                  <a:ext uri="{FF2B5EF4-FFF2-40B4-BE49-F238E27FC236}">
                    <a16:creationId xmlns:a16="http://schemas.microsoft.com/office/drawing/2014/main" id="{F4237F9A-94CA-49B3-94D2-22A3B63E6EFA}"/>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pic>
        <p:nvPicPr>
          <p:cNvPr id="47" name="Image 46">
            <a:extLst>
              <a:ext uri="{FF2B5EF4-FFF2-40B4-BE49-F238E27FC236}">
                <a16:creationId xmlns:a16="http://schemas.microsoft.com/office/drawing/2014/main" id="{8B345F63-DCCA-4533-B006-F049EF0AEBD8}"/>
              </a:ext>
            </a:extLst>
          </p:cNvPr>
          <p:cNvPicPr/>
          <p:nvPr/>
        </p:nvPicPr>
        <p:blipFill>
          <a:blip r:embed="rId7">
            <a:extLst>
              <a:ext uri="{28A0092B-C50C-407E-A947-70E740481C1C}">
                <a14:useLocalDpi xmlns:a14="http://schemas.microsoft.com/office/drawing/2010/main" val="0"/>
              </a:ext>
            </a:extLst>
          </a:blip>
          <a:stretch>
            <a:fillRect/>
          </a:stretch>
        </p:blipFill>
        <p:spPr>
          <a:xfrm>
            <a:off x="-2073178" y="-4334987"/>
            <a:ext cx="5646420" cy="3424798"/>
          </a:xfrm>
          <a:prstGeom prst="rect">
            <a:avLst/>
          </a:prstGeom>
        </p:spPr>
      </p:pic>
      <p:pic>
        <p:nvPicPr>
          <p:cNvPr id="48" name="Image 47">
            <a:extLst>
              <a:ext uri="{FF2B5EF4-FFF2-40B4-BE49-F238E27FC236}">
                <a16:creationId xmlns:a16="http://schemas.microsoft.com/office/drawing/2014/main" id="{EA44BF5A-1216-4651-8027-27DAFF7842C5}"/>
              </a:ext>
            </a:extLst>
          </p:cNvPr>
          <p:cNvPicPr/>
          <p:nvPr/>
        </p:nvPicPr>
        <p:blipFill>
          <a:blip r:embed="rId8">
            <a:extLst>
              <a:ext uri="{28A0092B-C50C-407E-A947-70E740481C1C}">
                <a14:useLocalDpi xmlns:a14="http://schemas.microsoft.com/office/drawing/2010/main" val="0"/>
              </a:ext>
            </a:extLst>
          </a:blip>
          <a:stretch>
            <a:fillRect/>
          </a:stretch>
        </p:blipFill>
        <p:spPr>
          <a:xfrm>
            <a:off x="6011998" y="-4286535"/>
            <a:ext cx="5646420" cy="3424798"/>
          </a:xfrm>
          <a:prstGeom prst="rect">
            <a:avLst/>
          </a:prstGeom>
        </p:spPr>
      </p:pic>
    </p:spTree>
    <p:extLst>
      <p:ext uri="{BB962C8B-B14F-4D97-AF65-F5344CB8AC3E}">
        <p14:creationId xmlns:p14="http://schemas.microsoft.com/office/powerpoint/2010/main" val="22002880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70000"/>
        </a:solidFill>
        <a:effectLst/>
      </p:bgPr>
    </p:bg>
    <p:spTree>
      <p:nvGrpSpPr>
        <p:cNvPr id="1" name=""/>
        <p:cNvGrpSpPr/>
        <p:nvPr/>
      </p:nvGrpSpPr>
      <p:grpSpPr>
        <a:xfrm>
          <a:off x="0" y="0"/>
          <a:ext cx="0" cy="0"/>
          <a:chOff x="0" y="0"/>
          <a:chExt cx="0" cy="0"/>
        </a:xfrm>
      </p:grpSpPr>
      <p:sp>
        <p:nvSpPr>
          <p:cNvPr id="5" name="AutoShape 5"/>
          <p:cNvSpPr/>
          <p:nvPr/>
        </p:nvSpPr>
        <p:spPr>
          <a:xfrm>
            <a:off x="660400" y="759987"/>
            <a:ext cx="9675727" cy="0"/>
          </a:xfrm>
          <a:prstGeom prst="line">
            <a:avLst/>
          </a:prstGeom>
          <a:ln w="38100" cap="flat">
            <a:solidFill>
              <a:srgbClr val="000000"/>
            </a:solidFill>
            <a:prstDash val="solid"/>
            <a:headEnd type="none" w="sm" len="sm"/>
            <a:tailEnd type="none" w="sm" len="sm"/>
          </a:ln>
        </p:spPr>
      </p:sp>
      <p:cxnSp>
        <p:nvCxnSpPr>
          <p:cNvPr id="8" name="Straight Connector 7">
            <a:extLst>
              <a:ext uri="{FF2B5EF4-FFF2-40B4-BE49-F238E27FC236}">
                <a16:creationId xmlns:a16="http://schemas.microsoft.com/office/drawing/2014/main" id="{AEBF2DB3-1841-46F6-9852-4C3A6A8C72AD}"/>
              </a:ext>
            </a:extLst>
          </p:cNvPr>
          <p:cNvCxnSpPr>
            <a:cxnSpLocks/>
          </p:cNvCxnSpPr>
          <p:nvPr/>
        </p:nvCxnSpPr>
        <p:spPr>
          <a:xfrm>
            <a:off x="5943600" y="2054524"/>
            <a:ext cx="0" cy="4472862"/>
          </a:xfrm>
          <a:prstGeom prst="line">
            <a:avLst/>
          </a:prstGeom>
          <a:ln w="38100"/>
        </p:spPr>
        <p:style>
          <a:lnRef idx="1">
            <a:schemeClr val="dk1"/>
          </a:lnRef>
          <a:fillRef idx="0">
            <a:schemeClr val="dk1"/>
          </a:fillRef>
          <a:effectRef idx="0">
            <a:schemeClr val="dk1"/>
          </a:effectRef>
          <a:fontRef idx="minor">
            <a:schemeClr val="tx1"/>
          </a:fontRef>
        </p:style>
      </p:cxnSp>
      <p:sp>
        <p:nvSpPr>
          <p:cNvPr id="13" name="AutoShape 5">
            <a:extLst>
              <a:ext uri="{FF2B5EF4-FFF2-40B4-BE49-F238E27FC236}">
                <a16:creationId xmlns:a16="http://schemas.microsoft.com/office/drawing/2014/main" id="{3F6D2253-516F-4ECA-9E89-A4E5D9D85EB4}"/>
              </a:ext>
            </a:extLst>
          </p:cNvPr>
          <p:cNvSpPr/>
          <p:nvPr/>
        </p:nvSpPr>
        <p:spPr>
          <a:xfrm>
            <a:off x="660400" y="759987"/>
            <a:ext cx="9675727" cy="0"/>
          </a:xfrm>
          <a:prstGeom prst="line">
            <a:avLst/>
          </a:prstGeom>
          <a:ln w="38100" cap="flat">
            <a:solidFill>
              <a:srgbClr val="DDB974"/>
            </a:solidFill>
            <a:prstDash val="solid"/>
            <a:headEnd type="none" w="sm" len="sm"/>
            <a:tailEnd type="none" w="sm" len="sm"/>
          </a:ln>
        </p:spPr>
      </p:sp>
      <p:sp>
        <p:nvSpPr>
          <p:cNvPr id="15" name="Rectangle 14">
            <a:extLst>
              <a:ext uri="{FF2B5EF4-FFF2-40B4-BE49-F238E27FC236}">
                <a16:creationId xmlns:a16="http://schemas.microsoft.com/office/drawing/2014/main" id="{95FB15D9-44F7-4918-B111-55A01D0115D5}"/>
              </a:ext>
            </a:extLst>
          </p:cNvPr>
          <p:cNvSpPr/>
          <p:nvPr/>
        </p:nvSpPr>
        <p:spPr>
          <a:xfrm>
            <a:off x="3074015" y="98671"/>
            <a:ext cx="5080237" cy="684803"/>
          </a:xfrm>
          <a:prstGeom prst="rect">
            <a:avLst/>
          </a:prstGeom>
        </p:spPr>
        <p:txBody>
          <a:bodyPr wrap="none">
            <a:spAutoFit/>
          </a:bodyPr>
          <a:lstStyle/>
          <a:p>
            <a:pPr lvl="0" algn="just">
              <a:lnSpc>
                <a:spcPct val="150000"/>
              </a:lnSpc>
              <a:spcBef>
                <a:spcPts val="200"/>
              </a:spcBef>
              <a:spcAft>
                <a:spcPts val="0"/>
              </a:spcAft>
              <a:buClr>
                <a:srgbClr val="0070C0"/>
              </a:buClr>
            </a:pPr>
            <a:r>
              <a:rPr lang="fr-FR" sz="2800" b="1" dirty="0">
                <a:solidFill>
                  <a:srgbClr val="DDB974"/>
                </a:solidFill>
                <a:latin typeface="Monotype Corsiva" panose="03010101010201010101" pitchFamily="66" charset="0"/>
                <a:ea typeface="Times New Roman" panose="02020603050405020304" pitchFamily="18" charset="0"/>
                <a:cs typeface="Times New Roman" panose="02020603050405020304" pitchFamily="18" charset="0"/>
              </a:rPr>
              <a:t>Analyse des genres cinématographiques</a:t>
            </a:r>
          </a:p>
        </p:txBody>
      </p:sp>
      <p:grpSp>
        <p:nvGrpSpPr>
          <p:cNvPr id="18" name="Groupe 17">
            <a:extLst>
              <a:ext uri="{FF2B5EF4-FFF2-40B4-BE49-F238E27FC236}">
                <a16:creationId xmlns:a16="http://schemas.microsoft.com/office/drawing/2014/main" id="{DE1BDC85-8D81-46EA-AA0D-EBB004636DAD}"/>
              </a:ext>
            </a:extLst>
          </p:cNvPr>
          <p:cNvGrpSpPr/>
          <p:nvPr/>
        </p:nvGrpSpPr>
        <p:grpSpPr>
          <a:xfrm>
            <a:off x="-14420" y="-26649"/>
            <a:ext cx="12280257" cy="6911319"/>
            <a:chOff x="-14420" y="-26649"/>
            <a:chExt cx="12280257" cy="6911319"/>
          </a:xfrm>
        </p:grpSpPr>
        <p:sp>
          <p:nvSpPr>
            <p:cNvPr id="19" name="Freeform 4">
              <a:extLst>
                <a:ext uri="{FF2B5EF4-FFF2-40B4-BE49-F238E27FC236}">
                  <a16:creationId xmlns:a16="http://schemas.microsoft.com/office/drawing/2014/main" id="{139F888B-81C3-4EE1-81E8-6D57C49D3839}"/>
                </a:ext>
              </a:extLst>
            </p:cNvPr>
            <p:cNvSpPr/>
            <p:nvPr/>
          </p:nvSpPr>
          <p:spPr>
            <a:xfrm rot="5400000">
              <a:off x="10735070" y="541235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Freeform 5">
              <a:extLst>
                <a:ext uri="{FF2B5EF4-FFF2-40B4-BE49-F238E27FC236}">
                  <a16:creationId xmlns:a16="http://schemas.microsoft.com/office/drawing/2014/main" id="{6C249DE9-856B-479F-B444-B697633BD1DC}"/>
                </a:ext>
              </a:extLst>
            </p:cNvPr>
            <p:cNvSpPr/>
            <p:nvPr/>
          </p:nvSpPr>
          <p:spPr>
            <a:xfrm rot="10800000">
              <a:off x="-4089" y="540106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AutoShape 6">
              <a:extLst>
                <a:ext uri="{FF2B5EF4-FFF2-40B4-BE49-F238E27FC236}">
                  <a16:creationId xmlns:a16="http://schemas.microsoft.com/office/drawing/2014/main" id="{631D3229-090E-4E80-9819-B34AD2A6ADA6}"/>
                </a:ext>
              </a:extLst>
            </p:cNvPr>
            <p:cNvSpPr/>
            <p:nvPr/>
          </p:nvSpPr>
          <p:spPr>
            <a:xfrm>
              <a:off x="2212236" y="6789773"/>
              <a:ext cx="7767529" cy="0"/>
            </a:xfrm>
            <a:prstGeom prst="line">
              <a:avLst/>
            </a:prstGeom>
            <a:ln w="28575" cap="flat">
              <a:solidFill>
                <a:srgbClr val="DDB974"/>
              </a:solidFill>
              <a:prstDash val="solid"/>
              <a:headEnd type="none" w="sm" len="sm"/>
              <a:tailEnd type="none" w="sm" len="sm"/>
            </a:ln>
          </p:spPr>
        </p:sp>
        <p:sp>
          <p:nvSpPr>
            <p:cNvPr id="22" name="AutoShape 5">
              <a:extLst>
                <a:ext uri="{FF2B5EF4-FFF2-40B4-BE49-F238E27FC236}">
                  <a16:creationId xmlns:a16="http://schemas.microsoft.com/office/drawing/2014/main" id="{C5F5FA28-364B-4924-82EF-EA7F2C4086A4}"/>
                </a:ext>
              </a:extLst>
            </p:cNvPr>
            <p:cNvSpPr/>
            <p:nvPr/>
          </p:nvSpPr>
          <p:spPr>
            <a:xfrm>
              <a:off x="1506018" y="98775"/>
              <a:ext cx="9116341" cy="0"/>
            </a:xfrm>
            <a:prstGeom prst="line">
              <a:avLst/>
            </a:prstGeom>
            <a:ln w="38100" cap="flat">
              <a:solidFill>
                <a:srgbClr val="DDB974"/>
              </a:solidFill>
              <a:prstDash val="solid"/>
              <a:headEnd type="none" w="sm" len="sm"/>
              <a:tailEnd type="none" w="sm" len="sm"/>
            </a:ln>
          </p:spPr>
        </p:sp>
        <p:sp>
          <p:nvSpPr>
            <p:cNvPr id="23" name="Freeform 3">
              <a:extLst>
                <a:ext uri="{FF2B5EF4-FFF2-40B4-BE49-F238E27FC236}">
                  <a16:creationId xmlns:a16="http://schemas.microsoft.com/office/drawing/2014/main" id="{45424F7E-0890-4B7C-908B-DE93D81BBC8B}"/>
                </a:ext>
              </a:extLst>
            </p:cNvPr>
            <p:cNvSpPr/>
            <p:nvPr/>
          </p:nvSpPr>
          <p:spPr>
            <a:xfrm rot="16200000">
              <a:off x="-14420"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Freeform 2">
              <a:extLst>
                <a:ext uri="{FF2B5EF4-FFF2-40B4-BE49-F238E27FC236}">
                  <a16:creationId xmlns:a16="http://schemas.microsoft.com/office/drawing/2014/main" id="{F01C53E0-AD7A-492B-BD2A-0102F056C31A}"/>
                </a:ext>
              </a:extLst>
            </p:cNvPr>
            <p:cNvSpPr/>
            <p:nvPr/>
          </p:nvSpPr>
          <p:spPr>
            <a:xfrm>
              <a:off x="10793526"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pic>
        <p:nvPicPr>
          <p:cNvPr id="25" name="Image 24">
            <a:extLst>
              <a:ext uri="{FF2B5EF4-FFF2-40B4-BE49-F238E27FC236}">
                <a16:creationId xmlns:a16="http://schemas.microsoft.com/office/drawing/2014/main" id="{60C3AD39-1500-4075-B5F0-BAC7EFFD9923}"/>
              </a:ext>
            </a:extLst>
          </p:cNvPr>
          <p:cNvPicPr/>
          <p:nvPr/>
        </p:nvPicPr>
        <p:blipFill>
          <a:blip r:embed="rId4">
            <a:extLst>
              <a:ext uri="{28A0092B-C50C-407E-A947-70E740481C1C}">
                <a14:useLocalDpi xmlns:a14="http://schemas.microsoft.com/office/drawing/2010/main" val="0"/>
              </a:ext>
            </a:extLst>
          </a:blip>
          <a:stretch>
            <a:fillRect/>
          </a:stretch>
        </p:blipFill>
        <p:spPr>
          <a:xfrm>
            <a:off x="182880" y="1695841"/>
            <a:ext cx="5646420" cy="3424798"/>
          </a:xfrm>
          <a:prstGeom prst="rect">
            <a:avLst/>
          </a:prstGeom>
        </p:spPr>
      </p:pic>
      <p:pic>
        <p:nvPicPr>
          <p:cNvPr id="26" name="Image 25">
            <a:extLst>
              <a:ext uri="{FF2B5EF4-FFF2-40B4-BE49-F238E27FC236}">
                <a16:creationId xmlns:a16="http://schemas.microsoft.com/office/drawing/2014/main" id="{670CC07D-3282-47B6-A84A-6696594745B4}"/>
              </a:ext>
            </a:extLst>
          </p:cNvPr>
          <p:cNvPicPr/>
          <p:nvPr/>
        </p:nvPicPr>
        <p:blipFill>
          <a:blip r:embed="rId5">
            <a:extLst>
              <a:ext uri="{28A0092B-C50C-407E-A947-70E740481C1C}">
                <a14:useLocalDpi xmlns:a14="http://schemas.microsoft.com/office/drawing/2010/main" val="0"/>
              </a:ext>
            </a:extLst>
          </a:blip>
          <a:stretch>
            <a:fillRect/>
          </a:stretch>
        </p:blipFill>
        <p:spPr>
          <a:xfrm>
            <a:off x="6202681" y="1695835"/>
            <a:ext cx="5646420" cy="3424798"/>
          </a:xfrm>
          <a:prstGeom prst="rect">
            <a:avLst/>
          </a:prstGeom>
        </p:spPr>
      </p:pic>
      <p:grpSp>
        <p:nvGrpSpPr>
          <p:cNvPr id="27" name="Group 21">
            <a:extLst>
              <a:ext uri="{FF2B5EF4-FFF2-40B4-BE49-F238E27FC236}">
                <a16:creationId xmlns:a16="http://schemas.microsoft.com/office/drawing/2014/main" id="{9727C952-3945-407F-9AAF-4E12304E3688}"/>
              </a:ext>
            </a:extLst>
          </p:cNvPr>
          <p:cNvGrpSpPr/>
          <p:nvPr/>
        </p:nvGrpSpPr>
        <p:grpSpPr>
          <a:xfrm>
            <a:off x="2428685" y="978014"/>
            <a:ext cx="1241720" cy="524966"/>
            <a:chOff x="0" y="0"/>
            <a:chExt cx="1655627" cy="699955"/>
          </a:xfrm>
        </p:grpSpPr>
        <p:grpSp>
          <p:nvGrpSpPr>
            <p:cNvPr id="28" name="Group 22">
              <a:extLst>
                <a:ext uri="{FF2B5EF4-FFF2-40B4-BE49-F238E27FC236}">
                  <a16:creationId xmlns:a16="http://schemas.microsoft.com/office/drawing/2014/main" id="{434428C6-8700-4719-AB9A-BC1C6BCD0078}"/>
                </a:ext>
              </a:extLst>
            </p:cNvPr>
            <p:cNvGrpSpPr/>
            <p:nvPr/>
          </p:nvGrpSpPr>
          <p:grpSpPr>
            <a:xfrm>
              <a:off x="460624" y="0"/>
              <a:ext cx="734379" cy="699955"/>
              <a:chOff x="0" y="0"/>
              <a:chExt cx="812800" cy="774700"/>
            </a:xfrm>
          </p:grpSpPr>
          <p:sp>
            <p:nvSpPr>
              <p:cNvPr id="35" name="Freeform 23">
                <a:extLst>
                  <a:ext uri="{FF2B5EF4-FFF2-40B4-BE49-F238E27FC236}">
                    <a16:creationId xmlns:a16="http://schemas.microsoft.com/office/drawing/2014/main" id="{C70B9E39-D9F7-4E43-8E7E-0E78C4796A3A}"/>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6" name="TextBox 24">
                <a:extLst>
                  <a:ext uri="{FF2B5EF4-FFF2-40B4-BE49-F238E27FC236}">
                    <a16:creationId xmlns:a16="http://schemas.microsoft.com/office/drawing/2014/main" id="{D73AD605-233E-4DA7-843B-97257F405CE8}"/>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29" name="Group 25">
              <a:extLst>
                <a:ext uri="{FF2B5EF4-FFF2-40B4-BE49-F238E27FC236}">
                  <a16:creationId xmlns:a16="http://schemas.microsoft.com/office/drawing/2014/main" id="{B7912995-0C66-4D49-AC1D-37FB1B121626}"/>
                </a:ext>
              </a:extLst>
            </p:cNvPr>
            <p:cNvGrpSpPr/>
            <p:nvPr/>
          </p:nvGrpSpPr>
          <p:grpSpPr>
            <a:xfrm>
              <a:off x="1195003" y="260923"/>
              <a:ext cx="460624" cy="439032"/>
              <a:chOff x="0" y="0"/>
              <a:chExt cx="812800" cy="774700"/>
            </a:xfrm>
          </p:grpSpPr>
          <p:sp>
            <p:nvSpPr>
              <p:cNvPr id="33" name="Freeform 26">
                <a:extLst>
                  <a:ext uri="{FF2B5EF4-FFF2-40B4-BE49-F238E27FC236}">
                    <a16:creationId xmlns:a16="http://schemas.microsoft.com/office/drawing/2014/main" id="{5A87FC00-FD6F-405C-9EAE-861695BD45D9}"/>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4" name="TextBox 27">
                <a:extLst>
                  <a:ext uri="{FF2B5EF4-FFF2-40B4-BE49-F238E27FC236}">
                    <a16:creationId xmlns:a16="http://schemas.microsoft.com/office/drawing/2014/main" id="{D8FC9F3D-1D80-4C3A-AA97-B98CAFF176D0}"/>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30" name="Group 28">
              <a:extLst>
                <a:ext uri="{FF2B5EF4-FFF2-40B4-BE49-F238E27FC236}">
                  <a16:creationId xmlns:a16="http://schemas.microsoft.com/office/drawing/2014/main" id="{85F05D94-BE3E-45E1-9C3E-EFD50C961299}"/>
                </a:ext>
              </a:extLst>
            </p:cNvPr>
            <p:cNvGrpSpPr/>
            <p:nvPr/>
          </p:nvGrpSpPr>
          <p:grpSpPr>
            <a:xfrm>
              <a:off x="0" y="260923"/>
              <a:ext cx="460624" cy="439032"/>
              <a:chOff x="0" y="0"/>
              <a:chExt cx="812800" cy="774700"/>
            </a:xfrm>
          </p:grpSpPr>
          <p:sp>
            <p:nvSpPr>
              <p:cNvPr id="31" name="Freeform 29">
                <a:extLst>
                  <a:ext uri="{FF2B5EF4-FFF2-40B4-BE49-F238E27FC236}">
                    <a16:creationId xmlns:a16="http://schemas.microsoft.com/office/drawing/2014/main" id="{0BB06C27-8A0B-4FFE-8C40-E622B7E6A3AF}"/>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2" name="TextBox 30">
                <a:extLst>
                  <a:ext uri="{FF2B5EF4-FFF2-40B4-BE49-F238E27FC236}">
                    <a16:creationId xmlns:a16="http://schemas.microsoft.com/office/drawing/2014/main" id="{000BAB8F-4C47-491A-BFD4-35155CD342D3}"/>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grpSp>
        <p:nvGrpSpPr>
          <p:cNvPr id="37" name="Group 21">
            <a:extLst>
              <a:ext uri="{FF2B5EF4-FFF2-40B4-BE49-F238E27FC236}">
                <a16:creationId xmlns:a16="http://schemas.microsoft.com/office/drawing/2014/main" id="{2778ADD8-0B79-4D32-8F78-3CEC60A8F411}"/>
              </a:ext>
            </a:extLst>
          </p:cNvPr>
          <p:cNvGrpSpPr/>
          <p:nvPr/>
        </p:nvGrpSpPr>
        <p:grpSpPr>
          <a:xfrm>
            <a:off x="8738045" y="969503"/>
            <a:ext cx="1241720" cy="524966"/>
            <a:chOff x="0" y="0"/>
            <a:chExt cx="1655627" cy="699955"/>
          </a:xfrm>
        </p:grpSpPr>
        <p:grpSp>
          <p:nvGrpSpPr>
            <p:cNvPr id="38" name="Group 22">
              <a:extLst>
                <a:ext uri="{FF2B5EF4-FFF2-40B4-BE49-F238E27FC236}">
                  <a16:creationId xmlns:a16="http://schemas.microsoft.com/office/drawing/2014/main" id="{CBBCB9C6-8266-4CB8-A106-81335BE8A3F6}"/>
                </a:ext>
              </a:extLst>
            </p:cNvPr>
            <p:cNvGrpSpPr/>
            <p:nvPr/>
          </p:nvGrpSpPr>
          <p:grpSpPr>
            <a:xfrm>
              <a:off x="460624" y="0"/>
              <a:ext cx="734379" cy="699955"/>
              <a:chOff x="0" y="0"/>
              <a:chExt cx="812800" cy="774700"/>
            </a:xfrm>
          </p:grpSpPr>
          <p:sp>
            <p:nvSpPr>
              <p:cNvPr id="45" name="Freeform 23">
                <a:extLst>
                  <a:ext uri="{FF2B5EF4-FFF2-40B4-BE49-F238E27FC236}">
                    <a16:creationId xmlns:a16="http://schemas.microsoft.com/office/drawing/2014/main" id="{7F5173F9-4EFB-464B-A946-861E1E44AE07}"/>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6" name="TextBox 24">
                <a:extLst>
                  <a:ext uri="{FF2B5EF4-FFF2-40B4-BE49-F238E27FC236}">
                    <a16:creationId xmlns:a16="http://schemas.microsoft.com/office/drawing/2014/main" id="{8FD586B0-3B2C-4741-B4C9-0AA9089EFEF1}"/>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39" name="Group 25">
              <a:extLst>
                <a:ext uri="{FF2B5EF4-FFF2-40B4-BE49-F238E27FC236}">
                  <a16:creationId xmlns:a16="http://schemas.microsoft.com/office/drawing/2014/main" id="{D6C20509-F53E-45D6-B8EC-D044D4C5BDD5}"/>
                </a:ext>
              </a:extLst>
            </p:cNvPr>
            <p:cNvGrpSpPr/>
            <p:nvPr/>
          </p:nvGrpSpPr>
          <p:grpSpPr>
            <a:xfrm>
              <a:off x="1195003" y="260923"/>
              <a:ext cx="460624" cy="439032"/>
              <a:chOff x="0" y="0"/>
              <a:chExt cx="812800" cy="774700"/>
            </a:xfrm>
          </p:grpSpPr>
          <p:sp>
            <p:nvSpPr>
              <p:cNvPr id="43" name="Freeform 26">
                <a:extLst>
                  <a:ext uri="{FF2B5EF4-FFF2-40B4-BE49-F238E27FC236}">
                    <a16:creationId xmlns:a16="http://schemas.microsoft.com/office/drawing/2014/main" id="{C4917F4B-0694-49A2-BB3F-45513D39585E}"/>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4" name="TextBox 27">
                <a:extLst>
                  <a:ext uri="{FF2B5EF4-FFF2-40B4-BE49-F238E27FC236}">
                    <a16:creationId xmlns:a16="http://schemas.microsoft.com/office/drawing/2014/main" id="{8CB6E4F1-C7D5-479B-BBDA-028B91CC0468}"/>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40" name="Group 28">
              <a:extLst>
                <a:ext uri="{FF2B5EF4-FFF2-40B4-BE49-F238E27FC236}">
                  <a16:creationId xmlns:a16="http://schemas.microsoft.com/office/drawing/2014/main" id="{BB17D353-6921-41B1-A48E-22FA0BC50B9E}"/>
                </a:ext>
              </a:extLst>
            </p:cNvPr>
            <p:cNvGrpSpPr/>
            <p:nvPr/>
          </p:nvGrpSpPr>
          <p:grpSpPr>
            <a:xfrm>
              <a:off x="0" y="260923"/>
              <a:ext cx="460624" cy="439032"/>
              <a:chOff x="0" y="0"/>
              <a:chExt cx="812800" cy="774700"/>
            </a:xfrm>
          </p:grpSpPr>
          <p:sp>
            <p:nvSpPr>
              <p:cNvPr id="41" name="Freeform 29">
                <a:extLst>
                  <a:ext uri="{FF2B5EF4-FFF2-40B4-BE49-F238E27FC236}">
                    <a16:creationId xmlns:a16="http://schemas.microsoft.com/office/drawing/2014/main" id="{12A59050-5DDB-412B-879D-C587C0EEE4DB}"/>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2" name="TextBox 30">
                <a:extLst>
                  <a:ext uri="{FF2B5EF4-FFF2-40B4-BE49-F238E27FC236}">
                    <a16:creationId xmlns:a16="http://schemas.microsoft.com/office/drawing/2014/main" id="{1DFB2AC6-2780-484A-AD03-3F1DDC1E5228}"/>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pic>
        <p:nvPicPr>
          <p:cNvPr id="47" name="Image 46">
            <a:extLst>
              <a:ext uri="{FF2B5EF4-FFF2-40B4-BE49-F238E27FC236}">
                <a16:creationId xmlns:a16="http://schemas.microsoft.com/office/drawing/2014/main" id="{A4747D0A-32EA-4BFA-B7A3-CE2E3254DA4A}"/>
              </a:ext>
            </a:extLst>
          </p:cNvPr>
          <p:cNvPicPr/>
          <p:nvPr/>
        </p:nvPicPr>
        <p:blipFill>
          <a:blip r:embed="rId6">
            <a:extLst>
              <a:ext uri="{28A0092B-C50C-407E-A947-70E740481C1C}">
                <a14:useLocalDpi xmlns:a14="http://schemas.microsoft.com/office/drawing/2010/main" val="0"/>
              </a:ext>
            </a:extLst>
          </a:blip>
          <a:stretch>
            <a:fillRect/>
          </a:stretch>
        </p:blipFill>
        <p:spPr>
          <a:xfrm>
            <a:off x="78732" y="-3964154"/>
            <a:ext cx="5535401" cy="3441983"/>
          </a:xfrm>
          <a:prstGeom prst="rect">
            <a:avLst/>
          </a:prstGeom>
        </p:spPr>
      </p:pic>
      <p:pic>
        <p:nvPicPr>
          <p:cNvPr id="48" name="Image 47">
            <a:extLst>
              <a:ext uri="{FF2B5EF4-FFF2-40B4-BE49-F238E27FC236}">
                <a16:creationId xmlns:a16="http://schemas.microsoft.com/office/drawing/2014/main" id="{9C847B31-142F-4AFF-AA33-54A9B8738D44}"/>
              </a:ext>
            </a:extLst>
          </p:cNvPr>
          <p:cNvPicPr/>
          <p:nvPr/>
        </p:nvPicPr>
        <p:blipFill>
          <a:blip r:embed="rId7">
            <a:extLst>
              <a:ext uri="{28A0092B-C50C-407E-A947-70E740481C1C}">
                <a14:useLocalDpi xmlns:a14="http://schemas.microsoft.com/office/drawing/2010/main" val="0"/>
              </a:ext>
            </a:extLst>
          </a:blip>
          <a:stretch>
            <a:fillRect/>
          </a:stretch>
        </p:blipFill>
        <p:spPr>
          <a:xfrm>
            <a:off x="6569529" y="7176396"/>
            <a:ext cx="5279572" cy="3489504"/>
          </a:xfrm>
          <a:prstGeom prst="rect">
            <a:avLst/>
          </a:prstGeom>
        </p:spPr>
      </p:pic>
    </p:spTree>
    <p:extLst>
      <p:ext uri="{BB962C8B-B14F-4D97-AF65-F5344CB8AC3E}">
        <p14:creationId xmlns:p14="http://schemas.microsoft.com/office/powerpoint/2010/main" val="25544248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70000"/>
        </a:solidFill>
        <a:effectLst/>
      </p:bgPr>
    </p:bg>
    <p:spTree>
      <p:nvGrpSpPr>
        <p:cNvPr id="1" name=""/>
        <p:cNvGrpSpPr/>
        <p:nvPr/>
      </p:nvGrpSpPr>
      <p:grpSpPr>
        <a:xfrm>
          <a:off x="0" y="0"/>
          <a:ext cx="0" cy="0"/>
          <a:chOff x="0" y="0"/>
          <a:chExt cx="0" cy="0"/>
        </a:xfrm>
      </p:grpSpPr>
      <p:sp>
        <p:nvSpPr>
          <p:cNvPr id="14" name="AutoShape 5">
            <a:extLst>
              <a:ext uri="{FF2B5EF4-FFF2-40B4-BE49-F238E27FC236}">
                <a16:creationId xmlns:a16="http://schemas.microsoft.com/office/drawing/2014/main" id="{A3182200-3833-477D-90FF-0CA3C601871D}"/>
              </a:ext>
            </a:extLst>
          </p:cNvPr>
          <p:cNvSpPr/>
          <p:nvPr/>
        </p:nvSpPr>
        <p:spPr>
          <a:xfrm>
            <a:off x="660400" y="759987"/>
            <a:ext cx="9675727" cy="0"/>
          </a:xfrm>
          <a:prstGeom prst="line">
            <a:avLst/>
          </a:prstGeom>
          <a:ln w="38100" cap="flat">
            <a:solidFill>
              <a:srgbClr val="DDB974"/>
            </a:solidFill>
            <a:prstDash val="solid"/>
            <a:headEnd type="none" w="sm" len="sm"/>
            <a:tailEnd type="none" w="sm" len="sm"/>
          </a:ln>
        </p:spPr>
      </p:sp>
      <p:cxnSp>
        <p:nvCxnSpPr>
          <p:cNvPr id="16" name="Straight Connector 7">
            <a:extLst>
              <a:ext uri="{FF2B5EF4-FFF2-40B4-BE49-F238E27FC236}">
                <a16:creationId xmlns:a16="http://schemas.microsoft.com/office/drawing/2014/main" id="{BCB98200-27E4-407B-8D42-AED7FB1CFCB8}"/>
              </a:ext>
            </a:extLst>
          </p:cNvPr>
          <p:cNvCxnSpPr>
            <a:cxnSpLocks/>
          </p:cNvCxnSpPr>
          <p:nvPr/>
        </p:nvCxnSpPr>
        <p:spPr>
          <a:xfrm>
            <a:off x="5943600" y="2054524"/>
            <a:ext cx="0" cy="4496053"/>
          </a:xfrm>
          <a:prstGeom prst="line">
            <a:avLst/>
          </a:prstGeom>
          <a:ln w="38100"/>
        </p:spPr>
        <p:style>
          <a:lnRef idx="1">
            <a:schemeClr val="dk1"/>
          </a:lnRef>
          <a:fillRef idx="0">
            <a:schemeClr val="dk1"/>
          </a:fillRef>
          <a:effectRef idx="0">
            <a:schemeClr val="dk1"/>
          </a:effectRef>
          <a:fontRef idx="minor">
            <a:schemeClr val="tx1"/>
          </a:fontRef>
        </p:style>
      </p:cxnSp>
      <p:sp>
        <p:nvSpPr>
          <p:cNvPr id="18" name="ZoneTexte 11">
            <a:extLst>
              <a:ext uri="{FF2B5EF4-FFF2-40B4-BE49-F238E27FC236}">
                <a16:creationId xmlns:a16="http://schemas.microsoft.com/office/drawing/2014/main" id="{F1D21DFE-FB46-4633-A3A8-F2F14A6488AC}"/>
              </a:ext>
            </a:extLst>
          </p:cNvPr>
          <p:cNvSpPr txBox="1"/>
          <p:nvPr/>
        </p:nvSpPr>
        <p:spPr>
          <a:xfrm>
            <a:off x="7924800" y="6579719"/>
            <a:ext cx="4474978" cy="318164"/>
          </a:xfrm>
          <a:prstGeom prst="rect">
            <a:avLst/>
          </a:prstGeom>
          <a:noFill/>
        </p:spPr>
        <p:txBody>
          <a:bodyPr wrap="square">
            <a:spAutoFit/>
          </a:bodyPr>
          <a:lstStyle/>
          <a:p>
            <a:pPr algn="ctr">
              <a:lnSpc>
                <a:spcPct val="150000"/>
              </a:lnSpc>
              <a:spcAft>
                <a:spcPts val="533"/>
              </a:spcAft>
            </a:pPr>
            <a:r>
              <a:rPr lang="fr-FR" sz="1067" b="1" i="1" dirty="0">
                <a:solidFill>
                  <a:srgbClr val="DDB974"/>
                </a:solidFill>
                <a:latin typeface="Monotype Corsiva" panose="03010101010201010101" pitchFamily="66" charset="0"/>
                <a:ea typeface="Calibri" panose="020F0502020204030204" pitchFamily="34" charset="0"/>
                <a:cs typeface="Arial" panose="020B0604020202020204" pitchFamily="34" charset="0"/>
              </a:rPr>
              <a:t>Source : Enquête Auprès Des Ménage Et Exploitation (EMEA)</a:t>
            </a:r>
          </a:p>
        </p:txBody>
      </p:sp>
      <p:sp>
        <p:nvSpPr>
          <p:cNvPr id="19" name="Rectangle 18">
            <a:extLst>
              <a:ext uri="{FF2B5EF4-FFF2-40B4-BE49-F238E27FC236}">
                <a16:creationId xmlns:a16="http://schemas.microsoft.com/office/drawing/2014/main" id="{9D033E4E-6ED3-4F63-8018-F05FD0457979}"/>
              </a:ext>
            </a:extLst>
          </p:cNvPr>
          <p:cNvSpPr/>
          <p:nvPr/>
        </p:nvSpPr>
        <p:spPr>
          <a:xfrm>
            <a:off x="3013745" y="51219"/>
            <a:ext cx="5080237" cy="684803"/>
          </a:xfrm>
          <a:prstGeom prst="rect">
            <a:avLst/>
          </a:prstGeom>
        </p:spPr>
        <p:txBody>
          <a:bodyPr wrap="none">
            <a:spAutoFit/>
          </a:bodyPr>
          <a:lstStyle/>
          <a:p>
            <a:pPr lvl="0" algn="just">
              <a:lnSpc>
                <a:spcPct val="150000"/>
              </a:lnSpc>
              <a:spcBef>
                <a:spcPts val="200"/>
              </a:spcBef>
              <a:spcAft>
                <a:spcPts val="0"/>
              </a:spcAft>
              <a:buClr>
                <a:srgbClr val="0070C0"/>
              </a:buClr>
            </a:pPr>
            <a:r>
              <a:rPr lang="fr-FR" sz="2800" b="1" dirty="0">
                <a:solidFill>
                  <a:srgbClr val="DDB974"/>
                </a:solidFill>
                <a:latin typeface="Monotype Corsiva" panose="03010101010201010101" pitchFamily="66" charset="0"/>
                <a:ea typeface="Times New Roman" panose="02020603050405020304" pitchFamily="18" charset="0"/>
                <a:cs typeface="Times New Roman" panose="02020603050405020304" pitchFamily="18" charset="0"/>
              </a:rPr>
              <a:t>Analyse des genres cinématographiques</a:t>
            </a:r>
          </a:p>
        </p:txBody>
      </p:sp>
      <p:grpSp>
        <p:nvGrpSpPr>
          <p:cNvPr id="21" name="Groupe 20">
            <a:extLst>
              <a:ext uri="{FF2B5EF4-FFF2-40B4-BE49-F238E27FC236}">
                <a16:creationId xmlns:a16="http://schemas.microsoft.com/office/drawing/2014/main" id="{1697F57A-3728-4F92-A9FA-ABAFA9ACAE5A}"/>
              </a:ext>
            </a:extLst>
          </p:cNvPr>
          <p:cNvGrpSpPr/>
          <p:nvPr/>
        </p:nvGrpSpPr>
        <p:grpSpPr>
          <a:xfrm>
            <a:off x="-14420" y="-26649"/>
            <a:ext cx="12280257" cy="6911319"/>
            <a:chOff x="-14420" y="-26649"/>
            <a:chExt cx="12280257" cy="6911319"/>
          </a:xfrm>
        </p:grpSpPr>
        <p:sp>
          <p:nvSpPr>
            <p:cNvPr id="22" name="Freeform 4">
              <a:extLst>
                <a:ext uri="{FF2B5EF4-FFF2-40B4-BE49-F238E27FC236}">
                  <a16:creationId xmlns:a16="http://schemas.microsoft.com/office/drawing/2014/main" id="{93610F31-03D0-4AF3-B2BB-3BCE30349B69}"/>
                </a:ext>
              </a:extLst>
            </p:cNvPr>
            <p:cNvSpPr/>
            <p:nvPr/>
          </p:nvSpPr>
          <p:spPr>
            <a:xfrm rot="5400000">
              <a:off x="10735070" y="541235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3" name="Freeform 5">
              <a:extLst>
                <a:ext uri="{FF2B5EF4-FFF2-40B4-BE49-F238E27FC236}">
                  <a16:creationId xmlns:a16="http://schemas.microsoft.com/office/drawing/2014/main" id="{573A2D72-D119-4DB7-9054-2EC78B6388CC}"/>
                </a:ext>
              </a:extLst>
            </p:cNvPr>
            <p:cNvSpPr/>
            <p:nvPr/>
          </p:nvSpPr>
          <p:spPr>
            <a:xfrm rot="10800000">
              <a:off x="-4089" y="540106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AutoShape 6">
              <a:extLst>
                <a:ext uri="{FF2B5EF4-FFF2-40B4-BE49-F238E27FC236}">
                  <a16:creationId xmlns:a16="http://schemas.microsoft.com/office/drawing/2014/main" id="{99356208-EFC6-4D05-9A0C-6EDF66F84960}"/>
                </a:ext>
              </a:extLst>
            </p:cNvPr>
            <p:cNvSpPr/>
            <p:nvPr/>
          </p:nvSpPr>
          <p:spPr>
            <a:xfrm>
              <a:off x="2212236" y="6789773"/>
              <a:ext cx="7767529" cy="0"/>
            </a:xfrm>
            <a:prstGeom prst="line">
              <a:avLst/>
            </a:prstGeom>
            <a:ln w="28575" cap="flat">
              <a:solidFill>
                <a:srgbClr val="DDB974"/>
              </a:solidFill>
              <a:prstDash val="solid"/>
              <a:headEnd type="none" w="sm" len="sm"/>
              <a:tailEnd type="none" w="sm" len="sm"/>
            </a:ln>
          </p:spPr>
        </p:sp>
        <p:sp>
          <p:nvSpPr>
            <p:cNvPr id="26" name="AutoShape 5">
              <a:extLst>
                <a:ext uri="{FF2B5EF4-FFF2-40B4-BE49-F238E27FC236}">
                  <a16:creationId xmlns:a16="http://schemas.microsoft.com/office/drawing/2014/main" id="{28674254-40B1-4208-A9E6-6DB507205B87}"/>
                </a:ext>
              </a:extLst>
            </p:cNvPr>
            <p:cNvSpPr/>
            <p:nvPr/>
          </p:nvSpPr>
          <p:spPr>
            <a:xfrm>
              <a:off x="1506018" y="98775"/>
              <a:ext cx="9116341" cy="0"/>
            </a:xfrm>
            <a:prstGeom prst="line">
              <a:avLst/>
            </a:prstGeom>
            <a:ln w="38100" cap="flat">
              <a:solidFill>
                <a:srgbClr val="DDB974"/>
              </a:solidFill>
              <a:prstDash val="solid"/>
              <a:headEnd type="none" w="sm" len="sm"/>
              <a:tailEnd type="none" w="sm" len="sm"/>
            </a:ln>
          </p:spPr>
        </p:sp>
        <p:sp>
          <p:nvSpPr>
            <p:cNvPr id="27" name="Freeform 3">
              <a:extLst>
                <a:ext uri="{FF2B5EF4-FFF2-40B4-BE49-F238E27FC236}">
                  <a16:creationId xmlns:a16="http://schemas.microsoft.com/office/drawing/2014/main" id="{E1F5389D-A364-4407-80C2-21B9A229B5B7}"/>
                </a:ext>
              </a:extLst>
            </p:cNvPr>
            <p:cNvSpPr/>
            <p:nvPr/>
          </p:nvSpPr>
          <p:spPr>
            <a:xfrm rot="16200000">
              <a:off x="-14420"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8" name="Freeform 2">
              <a:extLst>
                <a:ext uri="{FF2B5EF4-FFF2-40B4-BE49-F238E27FC236}">
                  <a16:creationId xmlns:a16="http://schemas.microsoft.com/office/drawing/2014/main" id="{448DFEC7-AFF7-4548-BF7F-0035F84CD5B6}"/>
                </a:ext>
              </a:extLst>
            </p:cNvPr>
            <p:cNvSpPr/>
            <p:nvPr/>
          </p:nvSpPr>
          <p:spPr>
            <a:xfrm>
              <a:off x="10793526"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grpSp>
        <p:nvGrpSpPr>
          <p:cNvPr id="31" name="Group 21">
            <a:extLst>
              <a:ext uri="{FF2B5EF4-FFF2-40B4-BE49-F238E27FC236}">
                <a16:creationId xmlns:a16="http://schemas.microsoft.com/office/drawing/2014/main" id="{7703F35D-E6F4-4DC7-8B9E-025D52794F6C}"/>
              </a:ext>
            </a:extLst>
          </p:cNvPr>
          <p:cNvGrpSpPr/>
          <p:nvPr/>
        </p:nvGrpSpPr>
        <p:grpSpPr>
          <a:xfrm>
            <a:off x="2428685" y="978014"/>
            <a:ext cx="1241720" cy="524966"/>
            <a:chOff x="0" y="0"/>
            <a:chExt cx="1655627" cy="699955"/>
          </a:xfrm>
        </p:grpSpPr>
        <p:grpSp>
          <p:nvGrpSpPr>
            <p:cNvPr id="32" name="Group 22">
              <a:extLst>
                <a:ext uri="{FF2B5EF4-FFF2-40B4-BE49-F238E27FC236}">
                  <a16:creationId xmlns:a16="http://schemas.microsoft.com/office/drawing/2014/main" id="{367F5CE9-7B30-4EB8-B175-0FAD230C8471}"/>
                </a:ext>
              </a:extLst>
            </p:cNvPr>
            <p:cNvGrpSpPr/>
            <p:nvPr/>
          </p:nvGrpSpPr>
          <p:grpSpPr>
            <a:xfrm>
              <a:off x="460624" y="0"/>
              <a:ext cx="734379" cy="699955"/>
              <a:chOff x="0" y="0"/>
              <a:chExt cx="812800" cy="774700"/>
            </a:xfrm>
          </p:grpSpPr>
          <p:sp>
            <p:nvSpPr>
              <p:cNvPr id="39" name="Freeform 23">
                <a:extLst>
                  <a:ext uri="{FF2B5EF4-FFF2-40B4-BE49-F238E27FC236}">
                    <a16:creationId xmlns:a16="http://schemas.microsoft.com/office/drawing/2014/main" id="{3985DFDB-136E-4A40-AC8B-84929FF565A6}"/>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0" name="TextBox 24">
                <a:extLst>
                  <a:ext uri="{FF2B5EF4-FFF2-40B4-BE49-F238E27FC236}">
                    <a16:creationId xmlns:a16="http://schemas.microsoft.com/office/drawing/2014/main" id="{66A05096-FDF6-467B-85F4-1B117E8487B7}"/>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33" name="Group 25">
              <a:extLst>
                <a:ext uri="{FF2B5EF4-FFF2-40B4-BE49-F238E27FC236}">
                  <a16:creationId xmlns:a16="http://schemas.microsoft.com/office/drawing/2014/main" id="{FC49EECC-4C65-418B-9E24-055DB2032FFC}"/>
                </a:ext>
              </a:extLst>
            </p:cNvPr>
            <p:cNvGrpSpPr/>
            <p:nvPr/>
          </p:nvGrpSpPr>
          <p:grpSpPr>
            <a:xfrm>
              <a:off x="1195003" y="260923"/>
              <a:ext cx="460624" cy="439032"/>
              <a:chOff x="0" y="0"/>
              <a:chExt cx="812800" cy="774700"/>
            </a:xfrm>
          </p:grpSpPr>
          <p:sp>
            <p:nvSpPr>
              <p:cNvPr id="37" name="Freeform 26">
                <a:extLst>
                  <a:ext uri="{FF2B5EF4-FFF2-40B4-BE49-F238E27FC236}">
                    <a16:creationId xmlns:a16="http://schemas.microsoft.com/office/drawing/2014/main" id="{C76FA799-BC5A-44D6-BA90-3D7BAA0858B4}"/>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8" name="TextBox 27">
                <a:extLst>
                  <a:ext uri="{FF2B5EF4-FFF2-40B4-BE49-F238E27FC236}">
                    <a16:creationId xmlns:a16="http://schemas.microsoft.com/office/drawing/2014/main" id="{76CD86C3-769A-423E-BB78-6247819066FF}"/>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34" name="Group 28">
              <a:extLst>
                <a:ext uri="{FF2B5EF4-FFF2-40B4-BE49-F238E27FC236}">
                  <a16:creationId xmlns:a16="http://schemas.microsoft.com/office/drawing/2014/main" id="{2D8185F8-F8AA-4A0B-A048-950CD4D040C8}"/>
                </a:ext>
              </a:extLst>
            </p:cNvPr>
            <p:cNvGrpSpPr/>
            <p:nvPr/>
          </p:nvGrpSpPr>
          <p:grpSpPr>
            <a:xfrm>
              <a:off x="0" y="260923"/>
              <a:ext cx="460624" cy="439032"/>
              <a:chOff x="0" y="0"/>
              <a:chExt cx="812800" cy="774700"/>
            </a:xfrm>
          </p:grpSpPr>
          <p:sp>
            <p:nvSpPr>
              <p:cNvPr id="35" name="Freeform 29">
                <a:extLst>
                  <a:ext uri="{FF2B5EF4-FFF2-40B4-BE49-F238E27FC236}">
                    <a16:creationId xmlns:a16="http://schemas.microsoft.com/office/drawing/2014/main" id="{70512228-6321-40A5-9D78-87F4B96DC7C5}"/>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6" name="TextBox 30">
                <a:extLst>
                  <a:ext uri="{FF2B5EF4-FFF2-40B4-BE49-F238E27FC236}">
                    <a16:creationId xmlns:a16="http://schemas.microsoft.com/office/drawing/2014/main" id="{6DDB005C-0690-4075-BBC0-296DBF142117}"/>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grpSp>
        <p:nvGrpSpPr>
          <p:cNvPr id="41" name="Group 21">
            <a:extLst>
              <a:ext uri="{FF2B5EF4-FFF2-40B4-BE49-F238E27FC236}">
                <a16:creationId xmlns:a16="http://schemas.microsoft.com/office/drawing/2014/main" id="{21E92796-F159-4EFC-B75D-0329EB58D55C}"/>
              </a:ext>
            </a:extLst>
          </p:cNvPr>
          <p:cNvGrpSpPr/>
          <p:nvPr/>
        </p:nvGrpSpPr>
        <p:grpSpPr>
          <a:xfrm>
            <a:off x="8738045" y="969503"/>
            <a:ext cx="1241720" cy="524966"/>
            <a:chOff x="0" y="0"/>
            <a:chExt cx="1655627" cy="699955"/>
          </a:xfrm>
        </p:grpSpPr>
        <p:grpSp>
          <p:nvGrpSpPr>
            <p:cNvPr id="42" name="Group 22">
              <a:extLst>
                <a:ext uri="{FF2B5EF4-FFF2-40B4-BE49-F238E27FC236}">
                  <a16:creationId xmlns:a16="http://schemas.microsoft.com/office/drawing/2014/main" id="{199F51F7-414B-4D73-85B8-FE1ABA985C0C}"/>
                </a:ext>
              </a:extLst>
            </p:cNvPr>
            <p:cNvGrpSpPr/>
            <p:nvPr/>
          </p:nvGrpSpPr>
          <p:grpSpPr>
            <a:xfrm>
              <a:off x="460624" y="0"/>
              <a:ext cx="734379" cy="699955"/>
              <a:chOff x="0" y="0"/>
              <a:chExt cx="812800" cy="774700"/>
            </a:xfrm>
          </p:grpSpPr>
          <p:sp>
            <p:nvSpPr>
              <p:cNvPr id="49" name="Freeform 23">
                <a:extLst>
                  <a:ext uri="{FF2B5EF4-FFF2-40B4-BE49-F238E27FC236}">
                    <a16:creationId xmlns:a16="http://schemas.microsoft.com/office/drawing/2014/main" id="{38A38E19-16DA-4947-B3C3-6FC01DFC1324}"/>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50" name="TextBox 24">
                <a:extLst>
                  <a:ext uri="{FF2B5EF4-FFF2-40B4-BE49-F238E27FC236}">
                    <a16:creationId xmlns:a16="http://schemas.microsoft.com/office/drawing/2014/main" id="{0F558C59-F954-46DB-BAB0-73F0E7E2315F}"/>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43" name="Group 25">
              <a:extLst>
                <a:ext uri="{FF2B5EF4-FFF2-40B4-BE49-F238E27FC236}">
                  <a16:creationId xmlns:a16="http://schemas.microsoft.com/office/drawing/2014/main" id="{026C39AF-BBAA-4111-BC4D-CD238FB885AB}"/>
                </a:ext>
              </a:extLst>
            </p:cNvPr>
            <p:cNvGrpSpPr/>
            <p:nvPr/>
          </p:nvGrpSpPr>
          <p:grpSpPr>
            <a:xfrm>
              <a:off x="1195003" y="260923"/>
              <a:ext cx="460624" cy="439032"/>
              <a:chOff x="0" y="0"/>
              <a:chExt cx="812800" cy="774700"/>
            </a:xfrm>
          </p:grpSpPr>
          <p:sp>
            <p:nvSpPr>
              <p:cNvPr id="47" name="Freeform 26">
                <a:extLst>
                  <a:ext uri="{FF2B5EF4-FFF2-40B4-BE49-F238E27FC236}">
                    <a16:creationId xmlns:a16="http://schemas.microsoft.com/office/drawing/2014/main" id="{4D4B8E82-15F4-4B4B-AB2F-14654DAAFE20}"/>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8" name="TextBox 27">
                <a:extLst>
                  <a:ext uri="{FF2B5EF4-FFF2-40B4-BE49-F238E27FC236}">
                    <a16:creationId xmlns:a16="http://schemas.microsoft.com/office/drawing/2014/main" id="{473F3826-34E6-42D1-8E8B-3F624A4D1836}"/>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44" name="Group 28">
              <a:extLst>
                <a:ext uri="{FF2B5EF4-FFF2-40B4-BE49-F238E27FC236}">
                  <a16:creationId xmlns:a16="http://schemas.microsoft.com/office/drawing/2014/main" id="{C9276CA7-AF69-4C07-A557-D5278C1ADAF0}"/>
                </a:ext>
              </a:extLst>
            </p:cNvPr>
            <p:cNvGrpSpPr/>
            <p:nvPr/>
          </p:nvGrpSpPr>
          <p:grpSpPr>
            <a:xfrm>
              <a:off x="0" y="260923"/>
              <a:ext cx="460624" cy="439032"/>
              <a:chOff x="0" y="0"/>
              <a:chExt cx="812800" cy="774700"/>
            </a:xfrm>
          </p:grpSpPr>
          <p:sp>
            <p:nvSpPr>
              <p:cNvPr id="45" name="Freeform 29">
                <a:extLst>
                  <a:ext uri="{FF2B5EF4-FFF2-40B4-BE49-F238E27FC236}">
                    <a16:creationId xmlns:a16="http://schemas.microsoft.com/office/drawing/2014/main" id="{75F810CE-52AF-43D5-8C2A-552E51AF8B15}"/>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6" name="TextBox 30">
                <a:extLst>
                  <a:ext uri="{FF2B5EF4-FFF2-40B4-BE49-F238E27FC236}">
                    <a16:creationId xmlns:a16="http://schemas.microsoft.com/office/drawing/2014/main" id="{BD2A848B-51EE-4E96-823C-0D9B1307DC8E}"/>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pic>
        <p:nvPicPr>
          <p:cNvPr id="52" name="Image 51">
            <a:extLst>
              <a:ext uri="{FF2B5EF4-FFF2-40B4-BE49-F238E27FC236}">
                <a16:creationId xmlns:a16="http://schemas.microsoft.com/office/drawing/2014/main" id="{57D080A9-6B4A-43D0-801D-4E091F41E067}"/>
              </a:ext>
            </a:extLst>
          </p:cNvPr>
          <p:cNvPicPr/>
          <p:nvPr/>
        </p:nvPicPr>
        <p:blipFill>
          <a:blip r:embed="rId4">
            <a:extLst>
              <a:ext uri="{28A0092B-C50C-407E-A947-70E740481C1C}">
                <a14:useLocalDpi xmlns:a14="http://schemas.microsoft.com/office/drawing/2010/main" val="0"/>
              </a:ext>
            </a:extLst>
          </a:blip>
          <a:stretch>
            <a:fillRect/>
          </a:stretch>
        </p:blipFill>
        <p:spPr>
          <a:xfrm>
            <a:off x="274019" y="1776966"/>
            <a:ext cx="5535401" cy="3441983"/>
          </a:xfrm>
          <a:prstGeom prst="rect">
            <a:avLst/>
          </a:prstGeom>
        </p:spPr>
      </p:pic>
      <p:pic>
        <p:nvPicPr>
          <p:cNvPr id="53" name="Image 52">
            <a:extLst>
              <a:ext uri="{FF2B5EF4-FFF2-40B4-BE49-F238E27FC236}">
                <a16:creationId xmlns:a16="http://schemas.microsoft.com/office/drawing/2014/main" id="{76153D6D-D629-479D-9E83-C6AF1F58F03D}"/>
              </a:ext>
            </a:extLst>
          </p:cNvPr>
          <p:cNvPicPr/>
          <p:nvPr/>
        </p:nvPicPr>
        <p:blipFill>
          <a:blip r:embed="rId5">
            <a:extLst>
              <a:ext uri="{28A0092B-C50C-407E-A947-70E740481C1C}">
                <a14:useLocalDpi xmlns:a14="http://schemas.microsoft.com/office/drawing/2010/main" val="0"/>
              </a:ext>
            </a:extLst>
          </a:blip>
          <a:stretch>
            <a:fillRect/>
          </a:stretch>
        </p:blipFill>
        <p:spPr>
          <a:xfrm>
            <a:off x="6329981" y="1743329"/>
            <a:ext cx="5279572" cy="3489504"/>
          </a:xfrm>
          <a:prstGeom prst="rect">
            <a:avLst/>
          </a:prstGeom>
        </p:spPr>
      </p:pic>
      <p:pic>
        <p:nvPicPr>
          <p:cNvPr id="55" name="Image 54">
            <a:extLst>
              <a:ext uri="{FF2B5EF4-FFF2-40B4-BE49-F238E27FC236}">
                <a16:creationId xmlns:a16="http://schemas.microsoft.com/office/drawing/2014/main" id="{A4BE663D-5465-489F-9D26-409D47B47975}"/>
              </a:ext>
            </a:extLst>
          </p:cNvPr>
          <p:cNvPicPr/>
          <p:nvPr/>
        </p:nvPicPr>
        <p:blipFill>
          <a:blip r:embed="rId6">
            <a:extLst>
              <a:ext uri="{28A0092B-C50C-407E-A947-70E740481C1C}">
                <a14:useLocalDpi xmlns:a14="http://schemas.microsoft.com/office/drawing/2010/main" val="0"/>
              </a:ext>
            </a:extLst>
          </a:blip>
          <a:stretch>
            <a:fillRect/>
          </a:stretch>
        </p:blipFill>
        <p:spPr>
          <a:xfrm>
            <a:off x="-7321980" y="-2642594"/>
            <a:ext cx="5667907" cy="3352100"/>
          </a:xfrm>
          <a:prstGeom prst="rect">
            <a:avLst/>
          </a:prstGeom>
        </p:spPr>
      </p:pic>
      <p:pic>
        <p:nvPicPr>
          <p:cNvPr id="56" name="Image 55">
            <a:extLst>
              <a:ext uri="{FF2B5EF4-FFF2-40B4-BE49-F238E27FC236}">
                <a16:creationId xmlns:a16="http://schemas.microsoft.com/office/drawing/2014/main" id="{4675CBB5-A0C0-41D7-9C84-C60C93D0890C}"/>
              </a:ext>
            </a:extLst>
          </p:cNvPr>
          <p:cNvPicPr/>
          <p:nvPr/>
        </p:nvPicPr>
        <p:blipFill>
          <a:blip r:embed="rId7">
            <a:extLst>
              <a:ext uri="{28A0092B-C50C-407E-A947-70E740481C1C}">
                <a14:useLocalDpi xmlns:a14="http://schemas.microsoft.com/office/drawing/2010/main" val="0"/>
              </a:ext>
            </a:extLst>
          </a:blip>
          <a:stretch>
            <a:fillRect/>
          </a:stretch>
        </p:blipFill>
        <p:spPr>
          <a:xfrm>
            <a:off x="13536048" y="4487811"/>
            <a:ext cx="5800590" cy="3298825"/>
          </a:xfrm>
          <a:prstGeom prst="rect">
            <a:avLst/>
          </a:prstGeom>
        </p:spPr>
      </p:pic>
    </p:spTree>
    <p:extLst>
      <p:ext uri="{BB962C8B-B14F-4D97-AF65-F5344CB8AC3E}">
        <p14:creationId xmlns:p14="http://schemas.microsoft.com/office/powerpoint/2010/main" val="2566259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70000"/>
        </a:solidFill>
        <a:effectLst/>
      </p:bgPr>
    </p:bg>
    <p:spTree>
      <p:nvGrpSpPr>
        <p:cNvPr id="1" name=""/>
        <p:cNvGrpSpPr/>
        <p:nvPr/>
      </p:nvGrpSpPr>
      <p:grpSpPr>
        <a:xfrm>
          <a:off x="0" y="0"/>
          <a:ext cx="0" cy="0"/>
          <a:chOff x="0" y="0"/>
          <a:chExt cx="0" cy="0"/>
        </a:xfrm>
      </p:grpSpPr>
      <p:sp>
        <p:nvSpPr>
          <p:cNvPr id="10" name="AutoShape 5">
            <a:extLst>
              <a:ext uri="{FF2B5EF4-FFF2-40B4-BE49-F238E27FC236}">
                <a16:creationId xmlns:a16="http://schemas.microsoft.com/office/drawing/2014/main" id="{1014909C-EE38-4627-AAA3-FC5C56916082}"/>
              </a:ext>
            </a:extLst>
          </p:cNvPr>
          <p:cNvSpPr/>
          <p:nvPr/>
        </p:nvSpPr>
        <p:spPr>
          <a:xfrm>
            <a:off x="660400" y="759987"/>
            <a:ext cx="9675727" cy="0"/>
          </a:xfrm>
          <a:prstGeom prst="line">
            <a:avLst/>
          </a:prstGeom>
          <a:ln w="38100" cap="flat">
            <a:solidFill>
              <a:srgbClr val="DDB974"/>
            </a:solidFill>
            <a:prstDash val="solid"/>
            <a:headEnd type="none" w="sm" len="sm"/>
            <a:tailEnd type="none" w="sm" len="sm"/>
          </a:ln>
        </p:spPr>
      </p:sp>
      <p:cxnSp>
        <p:nvCxnSpPr>
          <p:cNvPr id="12" name="Straight Connector 7">
            <a:extLst>
              <a:ext uri="{FF2B5EF4-FFF2-40B4-BE49-F238E27FC236}">
                <a16:creationId xmlns:a16="http://schemas.microsoft.com/office/drawing/2014/main" id="{510B3185-BA34-492B-B184-401BAF3CDF67}"/>
              </a:ext>
            </a:extLst>
          </p:cNvPr>
          <p:cNvCxnSpPr>
            <a:cxnSpLocks/>
          </p:cNvCxnSpPr>
          <p:nvPr/>
        </p:nvCxnSpPr>
        <p:spPr>
          <a:xfrm>
            <a:off x="5943600" y="2054524"/>
            <a:ext cx="0" cy="4496053"/>
          </a:xfrm>
          <a:prstGeom prst="line">
            <a:avLst/>
          </a:prstGeom>
          <a:ln w="38100"/>
        </p:spPr>
        <p:style>
          <a:lnRef idx="1">
            <a:schemeClr val="dk1"/>
          </a:lnRef>
          <a:fillRef idx="0">
            <a:schemeClr val="dk1"/>
          </a:fillRef>
          <a:effectRef idx="0">
            <a:schemeClr val="dk1"/>
          </a:effectRef>
          <a:fontRef idx="minor">
            <a:schemeClr val="tx1"/>
          </a:fontRef>
        </p:style>
      </p:cxnSp>
      <p:sp>
        <p:nvSpPr>
          <p:cNvPr id="14" name="ZoneTexte 11">
            <a:extLst>
              <a:ext uri="{FF2B5EF4-FFF2-40B4-BE49-F238E27FC236}">
                <a16:creationId xmlns:a16="http://schemas.microsoft.com/office/drawing/2014/main" id="{603DB643-E1D2-42F8-B5E8-B54EEDCCE1E4}"/>
              </a:ext>
            </a:extLst>
          </p:cNvPr>
          <p:cNvSpPr txBox="1"/>
          <p:nvPr/>
        </p:nvSpPr>
        <p:spPr>
          <a:xfrm>
            <a:off x="7924800" y="6579719"/>
            <a:ext cx="4474978" cy="318164"/>
          </a:xfrm>
          <a:prstGeom prst="rect">
            <a:avLst/>
          </a:prstGeom>
          <a:noFill/>
        </p:spPr>
        <p:txBody>
          <a:bodyPr wrap="square">
            <a:spAutoFit/>
          </a:bodyPr>
          <a:lstStyle/>
          <a:p>
            <a:pPr algn="ctr">
              <a:lnSpc>
                <a:spcPct val="150000"/>
              </a:lnSpc>
              <a:spcAft>
                <a:spcPts val="533"/>
              </a:spcAft>
            </a:pPr>
            <a:r>
              <a:rPr lang="fr-FR" sz="1067" b="1" i="1" dirty="0">
                <a:solidFill>
                  <a:srgbClr val="DDB974"/>
                </a:solidFill>
                <a:latin typeface="Monotype Corsiva" panose="03010101010201010101" pitchFamily="66" charset="0"/>
                <a:ea typeface="Calibri" panose="020F0502020204030204" pitchFamily="34" charset="0"/>
                <a:cs typeface="Arial" panose="020B0604020202020204" pitchFamily="34" charset="0"/>
              </a:rPr>
              <a:t>Source : Enquête Auprès Des Ménage Et Exploitation (EMEA)</a:t>
            </a:r>
          </a:p>
        </p:txBody>
      </p:sp>
      <p:sp>
        <p:nvSpPr>
          <p:cNvPr id="15" name="Rectangle 14">
            <a:extLst>
              <a:ext uri="{FF2B5EF4-FFF2-40B4-BE49-F238E27FC236}">
                <a16:creationId xmlns:a16="http://schemas.microsoft.com/office/drawing/2014/main" id="{BEA94158-2EB9-4314-85F9-3682EB59E418}"/>
              </a:ext>
            </a:extLst>
          </p:cNvPr>
          <p:cNvSpPr/>
          <p:nvPr/>
        </p:nvSpPr>
        <p:spPr>
          <a:xfrm>
            <a:off x="3668571" y="51219"/>
            <a:ext cx="3770584" cy="684803"/>
          </a:xfrm>
          <a:prstGeom prst="rect">
            <a:avLst/>
          </a:prstGeom>
        </p:spPr>
        <p:txBody>
          <a:bodyPr wrap="none">
            <a:spAutoFit/>
          </a:bodyPr>
          <a:lstStyle/>
          <a:p>
            <a:pPr lvl="0" algn="just">
              <a:lnSpc>
                <a:spcPct val="150000"/>
              </a:lnSpc>
              <a:spcBef>
                <a:spcPts val="200"/>
              </a:spcBef>
              <a:spcAft>
                <a:spcPts val="0"/>
              </a:spcAft>
              <a:buClr>
                <a:srgbClr val="0070C0"/>
              </a:buClr>
            </a:pPr>
            <a:r>
              <a:rPr lang="fr-FR" sz="2800" b="1" dirty="0">
                <a:solidFill>
                  <a:srgbClr val="DDB974"/>
                </a:solidFill>
                <a:latin typeface="Monotype Corsiva" panose="03010101010201010101" pitchFamily="66" charset="0"/>
                <a:ea typeface="Times New Roman" panose="02020603050405020304" pitchFamily="18" charset="0"/>
                <a:cs typeface="Times New Roman" panose="02020603050405020304" pitchFamily="18" charset="0"/>
              </a:rPr>
              <a:t>Analyse financière des films </a:t>
            </a:r>
          </a:p>
        </p:txBody>
      </p:sp>
      <p:grpSp>
        <p:nvGrpSpPr>
          <p:cNvPr id="17" name="Groupe 16">
            <a:extLst>
              <a:ext uri="{FF2B5EF4-FFF2-40B4-BE49-F238E27FC236}">
                <a16:creationId xmlns:a16="http://schemas.microsoft.com/office/drawing/2014/main" id="{9ED8D1C2-F5FA-4FA8-8F17-DC3EDA3B69AE}"/>
              </a:ext>
            </a:extLst>
          </p:cNvPr>
          <p:cNvGrpSpPr/>
          <p:nvPr/>
        </p:nvGrpSpPr>
        <p:grpSpPr>
          <a:xfrm>
            <a:off x="-14420" y="-26649"/>
            <a:ext cx="12280257" cy="6911319"/>
            <a:chOff x="-14420" y="-26649"/>
            <a:chExt cx="12280257" cy="6911319"/>
          </a:xfrm>
        </p:grpSpPr>
        <p:sp>
          <p:nvSpPr>
            <p:cNvPr id="18" name="Freeform 4">
              <a:extLst>
                <a:ext uri="{FF2B5EF4-FFF2-40B4-BE49-F238E27FC236}">
                  <a16:creationId xmlns:a16="http://schemas.microsoft.com/office/drawing/2014/main" id="{E9CB7B4E-4189-4C04-8AE7-B24AF0E8EA92}"/>
                </a:ext>
              </a:extLst>
            </p:cNvPr>
            <p:cNvSpPr/>
            <p:nvPr/>
          </p:nvSpPr>
          <p:spPr>
            <a:xfrm rot="5400000">
              <a:off x="10735070" y="541235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5">
              <a:extLst>
                <a:ext uri="{FF2B5EF4-FFF2-40B4-BE49-F238E27FC236}">
                  <a16:creationId xmlns:a16="http://schemas.microsoft.com/office/drawing/2014/main" id="{BF78AB46-4266-4876-B702-AE214E14F799}"/>
                </a:ext>
              </a:extLst>
            </p:cNvPr>
            <p:cNvSpPr/>
            <p:nvPr/>
          </p:nvSpPr>
          <p:spPr>
            <a:xfrm rot="10800000">
              <a:off x="-4089" y="540106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AutoShape 6">
              <a:extLst>
                <a:ext uri="{FF2B5EF4-FFF2-40B4-BE49-F238E27FC236}">
                  <a16:creationId xmlns:a16="http://schemas.microsoft.com/office/drawing/2014/main" id="{E4E0707C-5B6F-47BC-985F-99DD877BA50D}"/>
                </a:ext>
              </a:extLst>
            </p:cNvPr>
            <p:cNvSpPr/>
            <p:nvPr/>
          </p:nvSpPr>
          <p:spPr>
            <a:xfrm>
              <a:off x="2212236" y="6789773"/>
              <a:ext cx="7767529" cy="0"/>
            </a:xfrm>
            <a:prstGeom prst="line">
              <a:avLst/>
            </a:prstGeom>
            <a:ln w="28575" cap="flat">
              <a:solidFill>
                <a:srgbClr val="DDB974"/>
              </a:solidFill>
              <a:prstDash val="solid"/>
              <a:headEnd type="none" w="sm" len="sm"/>
              <a:tailEnd type="none" w="sm" len="sm"/>
            </a:ln>
          </p:spPr>
        </p:sp>
        <p:sp>
          <p:nvSpPr>
            <p:cNvPr id="21" name="AutoShape 5">
              <a:extLst>
                <a:ext uri="{FF2B5EF4-FFF2-40B4-BE49-F238E27FC236}">
                  <a16:creationId xmlns:a16="http://schemas.microsoft.com/office/drawing/2014/main" id="{DD434A9C-A71E-4FC0-849B-6B4EB8CC2962}"/>
                </a:ext>
              </a:extLst>
            </p:cNvPr>
            <p:cNvSpPr/>
            <p:nvPr/>
          </p:nvSpPr>
          <p:spPr>
            <a:xfrm>
              <a:off x="1506018" y="98775"/>
              <a:ext cx="9116341" cy="0"/>
            </a:xfrm>
            <a:prstGeom prst="line">
              <a:avLst/>
            </a:prstGeom>
            <a:ln w="38100" cap="flat">
              <a:solidFill>
                <a:srgbClr val="DDB974"/>
              </a:solidFill>
              <a:prstDash val="solid"/>
              <a:headEnd type="none" w="sm" len="sm"/>
              <a:tailEnd type="none" w="sm" len="sm"/>
            </a:ln>
          </p:spPr>
        </p:sp>
        <p:sp>
          <p:nvSpPr>
            <p:cNvPr id="22" name="Freeform 3">
              <a:extLst>
                <a:ext uri="{FF2B5EF4-FFF2-40B4-BE49-F238E27FC236}">
                  <a16:creationId xmlns:a16="http://schemas.microsoft.com/office/drawing/2014/main" id="{865A79F6-7E66-41F9-BBAA-344E97562974}"/>
                </a:ext>
              </a:extLst>
            </p:cNvPr>
            <p:cNvSpPr/>
            <p:nvPr/>
          </p:nvSpPr>
          <p:spPr>
            <a:xfrm rot="16200000">
              <a:off x="-14420"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3" name="Freeform 2">
              <a:extLst>
                <a:ext uri="{FF2B5EF4-FFF2-40B4-BE49-F238E27FC236}">
                  <a16:creationId xmlns:a16="http://schemas.microsoft.com/office/drawing/2014/main" id="{2016C12D-0484-465C-813B-83F1905B4707}"/>
                </a:ext>
              </a:extLst>
            </p:cNvPr>
            <p:cNvSpPr/>
            <p:nvPr/>
          </p:nvSpPr>
          <p:spPr>
            <a:xfrm>
              <a:off x="10793526"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grpSp>
        <p:nvGrpSpPr>
          <p:cNvPr id="24" name="Group 21">
            <a:extLst>
              <a:ext uri="{FF2B5EF4-FFF2-40B4-BE49-F238E27FC236}">
                <a16:creationId xmlns:a16="http://schemas.microsoft.com/office/drawing/2014/main" id="{EB8E8737-41D2-47DA-98BC-38051516FE10}"/>
              </a:ext>
            </a:extLst>
          </p:cNvPr>
          <p:cNvGrpSpPr/>
          <p:nvPr/>
        </p:nvGrpSpPr>
        <p:grpSpPr>
          <a:xfrm>
            <a:off x="699327" y="108320"/>
            <a:ext cx="1241720" cy="524966"/>
            <a:chOff x="0" y="0"/>
            <a:chExt cx="1655627" cy="699955"/>
          </a:xfrm>
        </p:grpSpPr>
        <p:grpSp>
          <p:nvGrpSpPr>
            <p:cNvPr id="25" name="Group 22">
              <a:extLst>
                <a:ext uri="{FF2B5EF4-FFF2-40B4-BE49-F238E27FC236}">
                  <a16:creationId xmlns:a16="http://schemas.microsoft.com/office/drawing/2014/main" id="{24B89802-5365-493F-9552-91CD10723385}"/>
                </a:ext>
              </a:extLst>
            </p:cNvPr>
            <p:cNvGrpSpPr/>
            <p:nvPr/>
          </p:nvGrpSpPr>
          <p:grpSpPr>
            <a:xfrm>
              <a:off x="460624" y="0"/>
              <a:ext cx="734379" cy="699955"/>
              <a:chOff x="0" y="0"/>
              <a:chExt cx="812800" cy="774700"/>
            </a:xfrm>
          </p:grpSpPr>
          <p:sp>
            <p:nvSpPr>
              <p:cNvPr id="32" name="Freeform 23">
                <a:extLst>
                  <a:ext uri="{FF2B5EF4-FFF2-40B4-BE49-F238E27FC236}">
                    <a16:creationId xmlns:a16="http://schemas.microsoft.com/office/drawing/2014/main" id="{0537D5C9-82A8-4F86-B50F-B2DB5DD3FB93}"/>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3" name="TextBox 24">
                <a:extLst>
                  <a:ext uri="{FF2B5EF4-FFF2-40B4-BE49-F238E27FC236}">
                    <a16:creationId xmlns:a16="http://schemas.microsoft.com/office/drawing/2014/main" id="{73D1521F-D830-4956-8646-6A8B557F104E}"/>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26" name="Group 25">
              <a:extLst>
                <a:ext uri="{FF2B5EF4-FFF2-40B4-BE49-F238E27FC236}">
                  <a16:creationId xmlns:a16="http://schemas.microsoft.com/office/drawing/2014/main" id="{2FBAFD26-D7A6-4F3E-ABF5-A76F8C696ABA}"/>
                </a:ext>
              </a:extLst>
            </p:cNvPr>
            <p:cNvGrpSpPr/>
            <p:nvPr/>
          </p:nvGrpSpPr>
          <p:grpSpPr>
            <a:xfrm>
              <a:off x="1195003" y="260923"/>
              <a:ext cx="460624" cy="439032"/>
              <a:chOff x="0" y="0"/>
              <a:chExt cx="812800" cy="774700"/>
            </a:xfrm>
          </p:grpSpPr>
          <p:sp>
            <p:nvSpPr>
              <p:cNvPr id="30" name="Freeform 26">
                <a:extLst>
                  <a:ext uri="{FF2B5EF4-FFF2-40B4-BE49-F238E27FC236}">
                    <a16:creationId xmlns:a16="http://schemas.microsoft.com/office/drawing/2014/main" id="{060C9762-CDB8-4D7B-966A-ABC142B7C62E}"/>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1" name="TextBox 27">
                <a:extLst>
                  <a:ext uri="{FF2B5EF4-FFF2-40B4-BE49-F238E27FC236}">
                    <a16:creationId xmlns:a16="http://schemas.microsoft.com/office/drawing/2014/main" id="{BE0F42C5-3BD5-4CDE-89F3-4B1E7C19FF9A}"/>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27" name="Group 28">
              <a:extLst>
                <a:ext uri="{FF2B5EF4-FFF2-40B4-BE49-F238E27FC236}">
                  <a16:creationId xmlns:a16="http://schemas.microsoft.com/office/drawing/2014/main" id="{9EE1733A-ABC0-41C7-ADAC-07510A68A089}"/>
                </a:ext>
              </a:extLst>
            </p:cNvPr>
            <p:cNvGrpSpPr/>
            <p:nvPr/>
          </p:nvGrpSpPr>
          <p:grpSpPr>
            <a:xfrm>
              <a:off x="0" y="260923"/>
              <a:ext cx="460624" cy="439032"/>
              <a:chOff x="0" y="0"/>
              <a:chExt cx="812800" cy="774700"/>
            </a:xfrm>
          </p:grpSpPr>
          <p:sp>
            <p:nvSpPr>
              <p:cNvPr id="28" name="Freeform 29">
                <a:extLst>
                  <a:ext uri="{FF2B5EF4-FFF2-40B4-BE49-F238E27FC236}">
                    <a16:creationId xmlns:a16="http://schemas.microsoft.com/office/drawing/2014/main" id="{D4E0AEC3-11E8-485C-A059-A0F01548E6E0}"/>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29" name="TextBox 30">
                <a:extLst>
                  <a:ext uri="{FF2B5EF4-FFF2-40B4-BE49-F238E27FC236}">
                    <a16:creationId xmlns:a16="http://schemas.microsoft.com/office/drawing/2014/main" id="{A6886406-4FC7-413B-8312-757D30C3CFD3}"/>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grpSp>
        <p:nvGrpSpPr>
          <p:cNvPr id="34" name="Group 21">
            <a:extLst>
              <a:ext uri="{FF2B5EF4-FFF2-40B4-BE49-F238E27FC236}">
                <a16:creationId xmlns:a16="http://schemas.microsoft.com/office/drawing/2014/main" id="{E67D1C82-61B2-428C-9462-124CBDB0757B}"/>
              </a:ext>
            </a:extLst>
          </p:cNvPr>
          <p:cNvGrpSpPr/>
          <p:nvPr/>
        </p:nvGrpSpPr>
        <p:grpSpPr>
          <a:xfrm>
            <a:off x="8788125" y="172628"/>
            <a:ext cx="1241720" cy="524966"/>
            <a:chOff x="0" y="0"/>
            <a:chExt cx="1655627" cy="699955"/>
          </a:xfrm>
        </p:grpSpPr>
        <p:grpSp>
          <p:nvGrpSpPr>
            <p:cNvPr id="35" name="Group 22">
              <a:extLst>
                <a:ext uri="{FF2B5EF4-FFF2-40B4-BE49-F238E27FC236}">
                  <a16:creationId xmlns:a16="http://schemas.microsoft.com/office/drawing/2014/main" id="{FA3C16A8-5F67-447E-961C-CB738F741CF8}"/>
                </a:ext>
              </a:extLst>
            </p:cNvPr>
            <p:cNvGrpSpPr/>
            <p:nvPr/>
          </p:nvGrpSpPr>
          <p:grpSpPr>
            <a:xfrm>
              <a:off x="460624" y="0"/>
              <a:ext cx="734379" cy="699955"/>
              <a:chOff x="0" y="0"/>
              <a:chExt cx="812800" cy="774700"/>
            </a:xfrm>
          </p:grpSpPr>
          <p:sp>
            <p:nvSpPr>
              <p:cNvPr id="42" name="Freeform 23">
                <a:extLst>
                  <a:ext uri="{FF2B5EF4-FFF2-40B4-BE49-F238E27FC236}">
                    <a16:creationId xmlns:a16="http://schemas.microsoft.com/office/drawing/2014/main" id="{72AF15B4-4C7B-47CD-B88A-987858590BD4}"/>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3" name="TextBox 24">
                <a:extLst>
                  <a:ext uri="{FF2B5EF4-FFF2-40B4-BE49-F238E27FC236}">
                    <a16:creationId xmlns:a16="http://schemas.microsoft.com/office/drawing/2014/main" id="{70EF9E6F-C3C5-41C0-BBAF-EF4B4C39F52F}"/>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36" name="Group 25">
              <a:extLst>
                <a:ext uri="{FF2B5EF4-FFF2-40B4-BE49-F238E27FC236}">
                  <a16:creationId xmlns:a16="http://schemas.microsoft.com/office/drawing/2014/main" id="{E50B6479-3608-401B-B396-A755DE39055E}"/>
                </a:ext>
              </a:extLst>
            </p:cNvPr>
            <p:cNvGrpSpPr/>
            <p:nvPr/>
          </p:nvGrpSpPr>
          <p:grpSpPr>
            <a:xfrm>
              <a:off x="1195003" y="260923"/>
              <a:ext cx="460624" cy="439032"/>
              <a:chOff x="0" y="0"/>
              <a:chExt cx="812800" cy="774700"/>
            </a:xfrm>
          </p:grpSpPr>
          <p:sp>
            <p:nvSpPr>
              <p:cNvPr id="40" name="Freeform 26">
                <a:extLst>
                  <a:ext uri="{FF2B5EF4-FFF2-40B4-BE49-F238E27FC236}">
                    <a16:creationId xmlns:a16="http://schemas.microsoft.com/office/drawing/2014/main" id="{02EDE816-A81D-456E-83C1-A1A8AE5740E9}"/>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1" name="TextBox 27">
                <a:extLst>
                  <a:ext uri="{FF2B5EF4-FFF2-40B4-BE49-F238E27FC236}">
                    <a16:creationId xmlns:a16="http://schemas.microsoft.com/office/drawing/2014/main" id="{04F14604-0D0D-4C4D-A99D-EF7F5C7BCB3F}"/>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37" name="Group 28">
              <a:extLst>
                <a:ext uri="{FF2B5EF4-FFF2-40B4-BE49-F238E27FC236}">
                  <a16:creationId xmlns:a16="http://schemas.microsoft.com/office/drawing/2014/main" id="{EC7ACC9C-D16F-4EEC-9318-586D2571DFDA}"/>
                </a:ext>
              </a:extLst>
            </p:cNvPr>
            <p:cNvGrpSpPr/>
            <p:nvPr/>
          </p:nvGrpSpPr>
          <p:grpSpPr>
            <a:xfrm>
              <a:off x="0" y="260923"/>
              <a:ext cx="460624" cy="439032"/>
              <a:chOff x="0" y="0"/>
              <a:chExt cx="812800" cy="774700"/>
            </a:xfrm>
          </p:grpSpPr>
          <p:sp>
            <p:nvSpPr>
              <p:cNvPr id="38" name="Freeform 29">
                <a:extLst>
                  <a:ext uri="{FF2B5EF4-FFF2-40B4-BE49-F238E27FC236}">
                    <a16:creationId xmlns:a16="http://schemas.microsoft.com/office/drawing/2014/main" id="{6EA66C66-CCF2-4741-A853-3C5B38486329}"/>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9" name="TextBox 30">
                <a:extLst>
                  <a:ext uri="{FF2B5EF4-FFF2-40B4-BE49-F238E27FC236}">
                    <a16:creationId xmlns:a16="http://schemas.microsoft.com/office/drawing/2014/main" id="{D355EC80-3551-4CC4-98CE-C583461EDE2B}"/>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pic>
        <p:nvPicPr>
          <p:cNvPr id="81" name="Image 80">
            <a:extLst>
              <a:ext uri="{FF2B5EF4-FFF2-40B4-BE49-F238E27FC236}">
                <a16:creationId xmlns:a16="http://schemas.microsoft.com/office/drawing/2014/main" id="{A9657079-C12E-4234-8B8D-B45597DFC6E8}"/>
              </a:ext>
            </a:extLst>
          </p:cNvPr>
          <p:cNvPicPr/>
          <p:nvPr/>
        </p:nvPicPr>
        <p:blipFill>
          <a:blip r:embed="rId4">
            <a:extLst>
              <a:ext uri="{28A0092B-C50C-407E-A947-70E740481C1C}">
                <a14:useLocalDpi xmlns:a14="http://schemas.microsoft.com/office/drawing/2010/main" val="0"/>
              </a:ext>
            </a:extLst>
          </a:blip>
          <a:stretch>
            <a:fillRect/>
          </a:stretch>
        </p:blipFill>
        <p:spPr>
          <a:xfrm>
            <a:off x="56486" y="1734521"/>
            <a:ext cx="5667907" cy="3352100"/>
          </a:xfrm>
          <a:prstGeom prst="rect">
            <a:avLst/>
          </a:prstGeom>
        </p:spPr>
      </p:pic>
      <p:pic>
        <p:nvPicPr>
          <p:cNvPr id="82" name="Image 81">
            <a:extLst>
              <a:ext uri="{FF2B5EF4-FFF2-40B4-BE49-F238E27FC236}">
                <a16:creationId xmlns:a16="http://schemas.microsoft.com/office/drawing/2014/main" id="{E1162F96-C3AA-43B5-A875-A7EDE3910CED}"/>
              </a:ext>
            </a:extLst>
          </p:cNvPr>
          <p:cNvPicPr/>
          <p:nvPr/>
        </p:nvPicPr>
        <p:blipFill>
          <a:blip r:embed="rId5">
            <a:extLst>
              <a:ext uri="{28A0092B-C50C-407E-A947-70E740481C1C}">
                <a14:useLocalDpi xmlns:a14="http://schemas.microsoft.com/office/drawing/2010/main" val="0"/>
              </a:ext>
            </a:extLst>
          </a:blip>
          <a:stretch>
            <a:fillRect/>
          </a:stretch>
        </p:blipFill>
        <p:spPr>
          <a:xfrm>
            <a:off x="6162808" y="1787798"/>
            <a:ext cx="5800590" cy="3298825"/>
          </a:xfrm>
          <a:prstGeom prst="rect">
            <a:avLst/>
          </a:prstGeom>
        </p:spPr>
      </p:pic>
      <p:sp>
        <p:nvSpPr>
          <p:cNvPr id="4" name="Rectangle 3">
            <a:extLst>
              <a:ext uri="{FF2B5EF4-FFF2-40B4-BE49-F238E27FC236}">
                <a16:creationId xmlns:a16="http://schemas.microsoft.com/office/drawing/2014/main" id="{05CCC865-3AAC-4C49-98A9-E34BBCD2237E}"/>
              </a:ext>
            </a:extLst>
          </p:cNvPr>
          <p:cNvSpPr/>
          <p:nvPr/>
        </p:nvSpPr>
        <p:spPr>
          <a:xfrm>
            <a:off x="489258" y="1272022"/>
            <a:ext cx="2852063" cy="369332"/>
          </a:xfrm>
          <a:prstGeom prst="rect">
            <a:avLst/>
          </a:prstGeom>
        </p:spPr>
        <p:txBody>
          <a:bodyPr wrap="none">
            <a:spAutoFit/>
          </a:bodyPr>
          <a:lstStyle/>
          <a:p>
            <a:r>
              <a:rPr lang="fr-FR" b="1" dirty="0">
                <a:solidFill>
                  <a:srgbClr val="DDB974"/>
                </a:solidFill>
                <a:latin typeface="Monotype Corsiva" panose="03010101010201010101" pitchFamily="66" charset="0"/>
                <a:ea typeface="Century Gothic" panose="020B0502020202020204" pitchFamily="34" charset="0"/>
                <a:cs typeface="Arial" panose="020B0604020202020204" pitchFamily="34" charset="0"/>
              </a:rPr>
              <a:t>Relation entre budget et recettes </a:t>
            </a:r>
            <a:endParaRPr lang="fr-FR" dirty="0">
              <a:solidFill>
                <a:srgbClr val="DDB974"/>
              </a:solidFill>
              <a:latin typeface="Monotype Corsiva" panose="03010101010201010101" pitchFamily="66" charset="0"/>
            </a:endParaRPr>
          </a:p>
        </p:txBody>
      </p:sp>
      <p:sp>
        <p:nvSpPr>
          <p:cNvPr id="83" name="Rectangle 82">
            <a:extLst>
              <a:ext uri="{FF2B5EF4-FFF2-40B4-BE49-F238E27FC236}">
                <a16:creationId xmlns:a16="http://schemas.microsoft.com/office/drawing/2014/main" id="{A35C4E52-F802-4322-B745-735DC42B62EC}"/>
              </a:ext>
            </a:extLst>
          </p:cNvPr>
          <p:cNvSpPr/>
          <p:nvPr/>
        </p:nvSpPr>
        <p:spPr>
          <a:xfrm>
            <a:off x="6302228" y="1282905"/>
            <a:ext cx="4004622" cy="369332"/>
          </a:xfrm>
          <a:prstGeom prst="rect">
            <a:avLst/>
          </a:prstGeom>
        </p:spPr>
        <p:txBody>
          <a:bodyPr wrap="none">
            <a:spAutoFit/>
          </a:bodyPr>
          <a:lstStyle/>
          <a:p>
            <a:r>
              <a:rPr lang="fr-FR" b="1" dirty="0">
                <a:solidFill>
                  <a:srgbClr val="DDB974"/>
                </a:solidFill>
                <a:latin typeface="Monotype Corsiva" panose="03010101010201010101" pitchFamily="66" charset="0"/>
                <a:ea typeface="Century Gothic" panose="020B0502020202020204" pitchFamily="34" charset="0"/>
                <a:cs typeface="Arial" panose="020B0604020202020204" pitchFamily="34" charset="0"/>
              </a:rPr>
              <a:t>Evolution des budgets et recettes par décennie</a:t>
            </a:r>
            <a:endParaRPr lang="fr-FR" dirty="0">
              <a:solidFill>
                <a:srgbClr val="DDB974"/>
              </a:solidFill>
              <a:latin typeface="Monotype Corsiva" panose="03010101010201010101" pitchFamily="66" charset="0"/>
            </a:endParaRPr>
          </a:p>
        </p:txBody>
      </p:sp>
      <p:pic>
        <p:nvPicPr>
          <p:cNvPr id="44" name="Image 43">
            <a:extLst>
              <a:ext uri="{FF2B5EF4-FFF2-40B4-BE49-F238E27FC236}">
                <a16:creationId xmlns:a16="http://schemas.microsoft.com/office/drawing/2014/main" id="{F90ED05C-F69F-4221-83A9-4269F7729EB4}"/>
              </a:ext>
            </a:extLst>
          </p:cNvPr>
          <p:cNvPicPr/>
          <p:nvPr/>
        </p:nvPicPr>
        <p:blipFill>
          <a:blip r:embed="rId6">
            <a:extLst>
              <a:ext uri="{28A0092B-C50C-407E-A947-70E740481C1C}">
                <a14:useLocalDpi xmlns:a14="http://schemas.microsoft.com/office/drawing/2010/main" val="0"/>
              </a:ext>
            </a:extLst>
          </a:blip>
          <a:stretch>
            <a:fillRect/>
          </a:stretch>
        </p:blipFill>
        <p:spPr>
          <a:xfrm>
            <a:off x="-6623764" y="5401069"/>
            <a:ext cx="5607711" cy="3375660"/>
          </a:xfrm>
          <a:prstGeom prst="rect">
            <a:avLst/>
          </a:prstGeom>
        </p:spPr>
      </p:pic>
      <p:pic>
        <p:nvPicPr>
          <p:cNvPr id="45" name="Image 44">
            <a:extLst>
              <a:ext uri="{FF2B5EF4-FFF2-40B4-BE49-F238E27FC236}">
                <a16:creationId xmlns:a16="http://schemas.microsoft.com/office/drawing/2014/main" id="{DC9D9A76-9C8C-485F-A78E-42FBDDAC73A1}"/>
              </a:ext>
            </a:extLst>
          </p:cNvPr>
          <p:cNvPicPr/>
          <p:nvPr/>
        </p:nvPicPr>
        <p:blipFill>
          <a:blip r:embed="rId7">
            <a:extLst>
              <a:ext uri="{28A0092B-C50C-407E-A947-70E740481C1C}">
                <a14:useLocalDpi xmlns:a14="http://schemas.microsoft.com/office/drawing/2010/main" val="0"/>
              </a:ext>
            </a:extLst>
          </a:blip>
          <a:stretch>
            <a:fillRect/>
          </a:stretch>
        </p:blipFill>
        <p:spPr>
          <a:xfrm>
            <a:off x="12833039" y="-1709010"/>
            <a:ext cx="5823843" cy="3467100"/>
          </a:xfrm>
          <a:prstGeom prst="rect">
            <a:avLst/>
          </a:prstGeom>
        </p:spPr>
      </p:pic>
    </p:spTree>
    <p:extLst>
      <p:ext uri="{BB962C8B-B14F-4D97-AF65-F5344CB8AC3E}">
        <p14:creationId xmlns:p14="http://schemas.microsoft.com/office/powerpoint/2010/main" val="32942504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70000"/>
        </a:solidFill>
        <a:effectLst/>
      </p:bgPr>
    </p:bg>
    <p:spTree>
      <p:nvGrpSpPr>
        <p:cNvPr id="1" name=""/>
        <p:cNvGrpSpPr/>
        <p:nvPr/>
      </p:nvGrpSpPr>
      <p:grpSpPr>
        <a:xfrm>
          <a:off x="0" y="0"/>
          <a:ext cx="0" cy="0"/>
          <a:chOff x="0" y="0"/>
          <a:chExt cx="0" cy="0"/>
        </a:xfrm>
      </p:grpSpPr>
      <p:sp>
        <p:nvSpPr>
          <p:cNvPr id="13" name="AutoShape 5">
            <a:extLst>
              <a:ext uri="{FF2B5EF4-FFF2-40B4-BE49-F238E27FC236}">
                <a16:creationId xmlns:a16="http://schemas.microsoft.com/office/drawing/2014/main" id="{F2AB397A-06CB-487C-BB5B-2CD557DFF321}"/>
              </a:ext>
            </a:extLst>
          </p:cNvPr>
          <p:cNvSpPr/>
          <p:nvPr/>
        </p:nvSpPr>
        <p:spPr>
          <a:xfrm>
            <a:off x="660400" y="759987"/>
            <a:ext cx="9675727" cy="0"/>
          </a:xfrm>
          <a:prstGeom prst="line">
            <a:avLst/>
          </a:prstGeom>
          <a:ln w="38100" cap="flat">
            <a:solidFill>
              <a:srgbClr val="DDB974"/>
            </a:solidFill>
            <a:prstDash val="solid"/>
            <a:headEnd type="none" w="sm" len="sm"/>
            <a:tailEnd type="none" w="sm" len="sm"/>
          </a:ln>
        </p:spPr>
      </p:sp>
      <p:cxnSp>
        <p:nvCxnSpPr>
          <p:cNvPr id="16" name="Straight Connector 7">
            <a:extLst>
              <a:ext uri="{FF2B5EF4-FFF2-40B4-BE49-F238E27FC236}">
                <a16:creationId xmlns:a16="http://schemas.microsoft.com/office/drawing/2014/main" id="{FCB233DE-145B-438E-99A7-0C1EAD2AD71F}"/>
              </a:ext>
            </a:extLst>
          </p:cNvPr>
          <p:cNvCxnSpPr>
            <a:cxnSpLocks/>
          </p:cNvCxnSpPr>
          <p:nvPr/>
        </p:nvCxnSpPr>
        <p:spPr>
          <a:xfrm>
            <a:off x="5943600" y="2054524"/>
            <a:ext cx="0" cy="4496053"/>
          </a:xfrm>
          <a:prstGeom prst="line">
            <a:avLst/>
          </a:prstGeom>
          <a:ln w="38100"/>
        </p:spPr>
        <p:style>
          <a:lnRef idx="1">
            <a:schemeClr val="dk1"/>
          </a:lnRef>
          <a:fillRef idx="0">
            <a:schemeClr val="dk1"/>
          </a:fillRef>
          <a:effectRef idx="0">
            <a:schemeClr val="dk1"/>
          </a:effectRef>
          <a:fontRef idx="minor">
            <a:schemeClr val="tx1"/>
          </a:fontRef>
        </p:style>
      </p:cxnSp>
      <p:sp>
        <p:nvSpPr>
          <p:cNvPr id="18" name="ZoneTexte 11">
            <a:extLst>
              <a:ext uri="{FF2B5EF4-FFF2-40B4-BE49-F238E27FC236}">
                <a16:creationId xmlns:a16="http://schemas.microsoft.com/office/drawing/2014/main" id="{C699F896-CF83-43FE-937C-1182462860C2}"/>
              </a:ext>
            </a:extLst>
          </p:cNvPr>
          <p:cNvSpPr txBox="1"/>
          <p:nvPr/>
        </p:nvSpPr>
        <p:spPr>
          <a:xfrm>
            <a:off x="7924800" y="6579719"/>
            <a:ext cx="4474978" cy="318164"/>
          </a:xfrm>
          <a:prstGeom prst="rect">
            <a:avLst/>
          </a:prstGeom>
          <a:noFill/>
        </p:spPr>
        <p:txBody>
          <a:bodyPr wrap="square">
            <a:spAutoFit/>
          </a:bodyPr>
          <a:lstStyle/>
          <a:p>
            <a:pPr algn="ctr">
              <a:lnSpc>
                <a:spcPct val="150000"/>
              </a:lnSpc>
              <a:spcAft>
                <a:spcPts val="533"/>
              </a:spcAft>
            </a:pPr>
            <a:r>
              <a:rPr lang="fr-FR" sz="1067" b="1" i="1" dirty="0">
                <a:solidFill>
                  <a:srgbClr val="DDB974"/>
                </a:solidFill>
                <a:latin typeface="Monotype Corsiva" panose="03010101010201010101" pitchFamily="66" charset="0"/>
                <a:ea typeface="Calibri" panose="020F0502020204030204" pitchFamily="34" charset="0"/>
                <a:cs typeface="Arial" panose="020B0604020202020204" pitchFamily="34" charset="0"/>
              </a:rPr>
              <a:t>Source : Enquête Auprès Des Ménage Et Exploitation (EMEA)</a:t>
            </a:r>
          </a:p>
        </p:txBody>
      </p:sp>
      <p:sp>
        <p:nvSpPr>
          <p:cNvPr id="19" name="Rectangle 18">
            <a:extLst>
              <a:ext uri="{FF2B5EF4-FFF2-40B4-BE49-F238E27FC236}">
                <a16:creationId xmlns:a16="http://schemas.microsoft.com/office/drawing/2014/main" id="{50BCF1F4-18D4-4951-A17A-6407122AF96C}"/>
              </a:ext>
            </a:extLst>
          </p:cNvPr>
          <p:cNvSpPr/>
          <p:nvPr/>
        </p:nvSpPr>
        <p:spPr>
          <a:xfrm>
            <a:off x="3257401" y="51219"/>
            <a:ext cx="4592924" cy="684803"/>
          </a:xfrm>
          <a:prstGeom prst="rect">
            <a:avLst/>
          </a:prstGeom>
        </p:spPr>
        <p:txBody>
          <a:bodyPr wrap="none">
            <a:spAutoFit/>
          </a:bodyPr>
          <a:lstStyle/>
          <a:p>
            <a:pPr lvl="0" algn="just">
              <a:lnSpc>
                <a:spcPct val="150000"/>
              </a:lnSpc>
              <a:spcBef>
                <a:spcPts val="200"/>
              </a:spcBef>
              <a:spcAft>
                <a:spcPts val="0"/>
              </a:spcAft>
              <a:buClr>
                <a:srgbClr val="0070C0"/>
              </a:buClr>
            </a:pPr>
            <a:r>
              <a:rPr lang="fr-FR" sz="2800" b="1" dirty="0">
                <a:solidFill>
                  <a:srgbClr val="DDB974"/>
                </a:solidFill>
                <a:latin typeface="Monotype Corsiva" panose="03010101010201010101" pitchFamily="66" charset="0"/>
                <a:ea typeface="Times New Roman" panose="02020603050405020304" pitchFamily="18" charset="0"/>
                <a:cs typeface="Times New Roman" panose="02020603050405020304" pitchFamily="18" charset="0"/>
              </a:rPr>
              <a:t>Analyse temporelle des productions</a:t>
            </a:r>
          </a:p>
        </p:txBody>
      </p:sp>
      <p:graphicFrame>
        <p:nvGraphicFramePr>
          <p:cNvPr id="23" name="Graphique 22">
            <a:extLst>
              <a:ext uri="{FF2B5EF4-FFF2-40B4-BE49-F238E27FC236}">
                <a16:creationId xmlns:a16="http://schemas.microsoft.com/office/drawing/2014/main" id="{AAA2C1D4-7CAD-41A0-A981-BA620CC6A1AC}"/>
              </a:ext>
            </a:extLst>
          </p:cNvPr>
          <p:cNvGraphicFramePr/>
          <p:nvPr>
            <p:extLst>
              <p:ext uri="{D42A27DB-BD31-4B8C-83A1-F6EECF244321}">
                <p14:modId xmlns:p14="http://schemas.microsoft.com/office/powerpoint/2010/main" val="3932025838"/>
              </p:ext>
            </p:extLst>
          </p:nvPr>
        </p:nvGraphicFramePr>
        <p:xfrm>
          <a:off x="-750275" y="8684651"/>
          <a:ext cx="5181597" cy="3969539"/>
        </p:xfrm>
        <a:graphic>
          <a:graphicData uri="http://schemas.openxmlformats.org/drawingml/2006/chart">
            <c:chart xmlns:c="http://schemas.openxmlformats.org/drawingml/2006/chart" xmlns:r="http://schemas.openxmlformats.org/officeDocument/2006/relationships" r:id="rId2"/>
          </a:graphicData>
        </a:graphic>
      </p:graphicFrame>
      <p:grpSp>
        <p:nvGrpSpPr>
          <p:cNvPr id="24" name="Groupe 23">
            <a:extLst>
              <a:ext uri="{FF2B5EF4-FFF2-40B4-BE49-F238E27FC236}">
                <a16:creationId xmlns:a16="http://schemas.microsoft.com/office/drawing/2014/main" id="{C10361D3-DCB7-4D23-B7C2-3AF9E3A8B0C0}"/>
              </a:ext>
            </a:extLst>
          </p:cNvPr>
          <p:cNvGrpSpPr/>
          <p:nvPr/>
        </p:nvGrpSpPr>
        <p:grpSpPr>
          <a:xfrm>
            <a:off x="-14420" y="-26649"/>
            <a:ext cx="12280257" cy="6911319"/>
            <a:chOff x="-14420" y="-26649"/>
            <a:chExt cx="12280257" cy="6911319"/>
          </a:xfrm>
        </p:grpSpPr>
        <p:sp>
          <p:nvSpPr>
            <p:cNvPr id="25" name="Freeform 4">
              <a:extLst>
                <a:ext uri="{FF2B5EF4-FFF2-40B4-BE49-F238E27FC236}">
                  <a16:creationId xmlns:a16="http://schemas.microsoft.com/office/drawing/2014/main" id="{9ED9C3F3-F0B3-42DD-867D-A772ABD41512}"/>
                </a:ext>
              </a:extLst>
            </p:cNvPr>
            <p:cNvSpPr/>
            <p:nvPr/>
          </p:nvSpPr>
          <p:spPr>
            <a:xfrm rot="5400000">
              <a:off x="10735070" y="541235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6" name="Freeform 5">
              <a:extLst>
                <a:ext uri="{FF2B5EF4-FFF2-40B4-BE49-F238E27FC236}">
                  <a16:creationId xmlns:a16="http://schemas.microsoft.com/office/drawing/2014/main" id="{F2D1A67F-CD3D-49FB-A464-F3BE2F390E98}"/>
                </a:ext>
              </a:extLst>
            </p:cNvPr>
            <p:cNvSpPr/>
            <p:nvPr/>
          </p:nvSpPr>
          <p:spPr>
            <a:xfrm rot="10800000">
              <a:off x="-4089" y="540106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7" name="AutoShape 6">
              <a:extLst>
                <a:ext uri="{FF2B5EF4-FFF2-40B4-BE49-F238E27FC236}">
                  <a16:creationId xmlns:a16="http://schemas.microsoft.com/office/drawing/2014/main" id="{988154D7-BCB4-43F8-BC2C-7AA615A40C61}"/>
                </a:ext>
              </a:extLst>
            </p:cNvPr>
            <p:cNvSpPr/>
            <p:nvPr/>
          </p:nvSpPr>
          <p:spPr>
            <a:xfrm>
              <a:off x="2212236" y="6789773"/>
              <a:ext cx="7767529" cy="0"/>
            </a:xfrm>
            <a:prstGeom prst="line">
              <a:avLst/>
            </a:prstGeom>
            <a:ln w="28575" cap="flat">
              <a:solidFill>
                <a:srgbClr val="DDB974"/>
              </a:solidFill>
              <a:prstDash val="solid"/>
              <a:headEnd type="none" w="sm" len="sm"/>
              <a:tailEnd type="none" w="sm" len="sm"/>
            </a:ln>
          </p:spPr>
        </p:sp>
        <p:sp>
          <p:nvSpPr>
            <p:cNvPr id="28" name="AutoShape 5">
              <a:extLst>
                <a:ext uri="{FF2B5EF4-FFF2-40B4-BE49-F238E27FC236}">
                  <a16:creationId xmlns:a16="http://schemas.microsoft.com/office/drawing/2014/main" id="{B6D49B6C-4E3D-4973-8DCA-3C0A95CE0C02}"/>
                </a:ext>
              </a:extLst>
            </p:cNvPr>
            <p:cNvSpPr/>
            <p:nvPr/>
          </p:nvSpPr>
          <p:spPr>
            <a:xfrm>
              <a:off x="1506018" y="98775"/>
              <a:ext cx="9116341" cy="0"/>
            </a:xfrm>
            <a:prstGeom prst="line">
              <a:avLst/>
            </a:prstGeom>
            <a:ln w="38100" cap="flat">
              <a:solidFill>
                <a:srgbClr val="DDB974"/>
              </a:solidFill>
              <a:prstDash val="solid"/>
              <a:headEnd type="none" w="sm" len="sm"/>
              <a:tailEnd type="none" w="sm" len="sm"/>
            </a:ln>
          </p:spPr>
        </p:sp>
        <p:sp>
          <p:nvSpPr>
            <p:cNvPr id="29" name="Freeform 3">
              <a:extLst>
                <a:ext uri="{FF2B5EF4-FFF2-40B4-BE49-F238E27FC236}">
                  <a16:creationId xmlns:a16="http://schemas.microsoft.com/office/drawing/2014/main" id="{4D9B7CC6-E586-4C74-9256-5CAF39C6A78B}"/>
                </a:ext>
              </a:extLst>
            </p:cNvPr>
            <p:cNvSpPr/>
            <p:nvPr/>
          </p:nvSpPr>
          <p:spPr>
            <a:xfrm rot="16200000">
              <a:off x="-14420"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0" name="Freeform 2">
              <a:extLst>
                <a:ext uri="{FF2B5EF4-FFF2-40B4-BE49-F238E27FC236}">
                  <a16:creationId xmlns:a16="http://schemas.microsoft.com/office/drawing/2014/main" id="{87569854-2FB8-4EBD-8A1D-ABC1309F244A}"/>
                </a:ext>
              </a:extLst>
            </p:cNvPr>
            <p:cNvSpPr/>
            <p:nvPr/>
          </p:nvSpPr>
          <p:spPr>
            <a:xfrm>
              <a:off x="10793526"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grpSp>
        <p:nvGrpSpPr>
          <p:cNvPr id="31" name="Group 21">
            <a:extLst>
              <a:ext uri="{FF2B5EF4-FFF2-40B4-BE49-F238E27FC236}">
                <a16:creationId xmlns:a16="http://schemas.microsoft.com/office/drawing/2014/main" id="{63D058DF-B372-4577-8AD4-E9C64FE46F84}"/>
              </a:ext>
            </a:extLst>
          </p:cNvPr>
          <p:cNvGrpSpPr/>
          <p:nvPr/>
        </p:nvGrpSpPr>
        <p:grpSpPr>
          <a:xfrm>
            <a:off x="2096875" y="824659"/>
            <a:ext cx="1241720" cy="524966"/>
            <a:chOff x="0" y="0"/>
            <a:chExt cx="1655627" cy="699955"/>
          </a:xfrm>
        </p:grpSpPr>
        <p:grpSp>
          <p:nvGrpSpPr>
            <p:cNvPr id="32" name="Group 22">
              <a:extLst>
                <a:ext uri="{FF2B5EF4-FFF2-40B4-BE49-F238E27FC236}">
                  <a16:creationId xmlns:a16="http://schemas.microsoft.com/office/drawing/2014/main" id="{004C152E-C779-49E8-A53B-4ABA370577ED}"/>
                </a:ext>
              </a:extLst>
            </p:cNvPr>
            <p:cNvGrpSpPr/>
            <p:nvPr/>
          </p:nvGrpSpPr>
          <p:grpSpPr>
            <a:xfrm>
              <a:off x="460624" y="0"/>
              <a:ext cx="734379" cy="699955"/>
              <a:chOff x="0" y="0"/>
              <a:chExt cx="812800" cy="774700"/>
            </a:xfrm>
          </p:grpSpPr>
          <p:sp>
            <p:nvSpPr>
              <p:cNvPr id="39" name="Freeform 23">
                <a:extLst>
                  <a:ext uri="{FF2B5EF4-FFF2-40B4-BE49-F238E27FC236}">
                    <a16:creationId xmlns:a16="http://schemas.microsoft.com/office/drawing/2014/main" id="{918C32AF-6CFB-482D-95CA-4093732FB567}"/>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0" name="TextBox 24">
                <a:extLst>
                  <a:ext uri="{FF2B5EF4-FFF2-40B4-BE49-F238E27FC236}">
                    <a16:creationId xmlns:a16="http://schemas.microsoft.com/office/drawing/2014/main" id="{B585ACAD-704B-4CD7-91AB-1E7EEFDA3418}"/>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33" name="Group 25">
              <a:extLst>
                <a:ext uri="{FF2B5EF4-FFF2-40B4-BE49-F238E27FC236}">
                  <a16:creationId xmlns:a16="http://schemas.microsoft.com/office/drawing/2014/main" id="{DA0AF9E9-A8CE-4AA8-93A9-88CE6B769162}"/>
                </a:ext>
              </a:extLst>
            </p:cNvPr>
            <p:cNvGrpSpPr/>
            <p:nvPr/>
          </p:nvGrpSpPr>
          <p:grpSpPr>
            <a:xfrm>
              <a:off x="1195003" y="260923"/>
              <a:ext cx="460624" cy="439032"/>
              <a:chOff x="0" y="0"/>
              <a:chExt cx="812800" cy="774700"/>
            </a:xfrm>
          </p:grpSpPr>
          <p:sp>
            <p:nvSpPr>
              <p:cNvPr id="37" name="Freeform 26">
                <a:extLst>
                  <a:ext uri="{FF2B5EF4-FFF2-40B4-BE49-F238E27FC236}">
                    <a16:creationId xmlns:a16="http://schemas.microsoft.com/office/drawing/2014/main" id="{3B4BEF9A-1155-47C5-8C2B-A722A389F035}"/>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8" name="TextBox 27">
                <a:extLst>
                  <a:ext uri="{FF2B5EF4-FFF2-40B4-BE49-F238E27FC236}">
                    <a16:creationId xmlns:a16="http://schemas.microsoft.com/office/drawing/2014/main" id="{5BFF64FB-CE27-488F-A0F8-2E60DB9B8ECB}"/>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34" name="Group 28">
              <a:extLst>
                <a:ext uri="{FF2B5EF4-FFF2-40B4-BE49-F238E27FC236}">
                  <a16:creationId xmlns:a16="http://schemas.microsoft.com/office/drawing/2014/main" id="{45F919D1-98E1-4048-B923-518D7191ECD4}"/>
                </a:ext>
              </a:extLst>
            </p:cNvPr>
            <p:cNvGrpSpPr/>
            <p:nvPr/>
          </p:nvGrpSpPr>
          <p:grpSpPr>
            <a:xfrm>
              <a:off x="0" y="260923"/>
              <a:ext cx="460624" cy="439032"/>
              <a:chOff x="0" y="0"/>
              <a:chExt cx="812800" cy="774700"/>
            </a:xfrm>
          </p:grpSpPr>
          <p:sp>
            <p:nvSpPr>
              <p:cNvPr id="35" name="Freeform 29">
                <a:extLst>
                  <a:ext uri="{FF2B5EF4-FFF2-40B4-BE49-F238E27FC236}">
                    <a16:creationId xmlns:a16="http://schemas.microsoft.com/office/drawing/2014/main" id="{93CF095A-1A8D-4824-AD88-A533940C33DD}"/>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6" name="TextBox 30">
                <a:extLst>
                  <a:ext uri="{FF2B5EF4-FFF2-40B4-BE49-F238E27FC236}">
                    <a16:creationId xmlns:a16="http://schemas.microsoft.com/office/drawing/2014/main" id="{40F81ED1-A880-4F43-B672-0C102915F223}"/>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grpSp>
        <p:nvGrpSpPr>
          <p:cNvPr id="41" name="Group 21">
            <a:extLst>
              <a:ext uri="{FF2B5EF4-FFF2-40B4-BE49-F238E27FC236}">
                <a16:creationId xmlns:a16="http://schemas.microsoft.com/office/drawing/2014/main" id="{1CE2A88B-6C15-4151-AE3B-50008145180C}"/>
              </a:ext>
            </a:extLst>
          </p:cNvPr>
          <p:cNvGrpSpPr/>
          <p:nvPr/>
        </p:nvGrpSpPr>
        <p:grpSpPr>
          <a:xfrm>
            <a:off x="8637430" y="855031"/>
            <a:ext cx="1241720" cy="524966"/>
            <a:chOff x="0" y="0"/>
            <a:chExt cx="1655627" cy="699955"/>
          </a:xfrm>
        </p:grpSpPr>
        <p:grpSp>
          <p:nvGrpSpPr>
            <p:cNvPr id="42" name="Group 22">
              <a:extLst>
                <a:ext uri="{FF2B5EF4-FFF2-40B4-BE49-F238E27FC236}">
                  <a16:creationId xmlns:a16="http://schemas.microsoft.com/office/drawing/2014/main" id="{7541DFFD-1820-437C-B0D1-6F3F87BF6C98}"/>
                </a:ext>
              </a:extLst>
            </p:cNvPr>
            <p:cNvGrpSpPr/>
            <p:nvPr/>
          </p:nvGrpSpPr>
          <p:grpSpPr>
            <a:xfrm>
              <a:off x="460624" y="0"/>
              <a:ext cx="734379" cy="699955"/>
              <a:chOff x="0" y="0"/>
              <a:chExt cx="812800" cy="774700"/>
            </a:xfrm>
          </p:grpSpPr>
          <p:sp>
            <p:nvSpPr>
              <p:cNvPr id="49" name="Freeform 23">
                <a:extLst>
                  <a:ext uri="{FF2B5EF4-FFF2-40B4-BE49-F238E27FC236}">
                    <a16:creationId xmlns:a16="http://schemas.microsoft.com/office/drawing/2014/main" id="{DB1EE531-93EA-463F-BE02-5EB20C6A6924}"/>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50" name="TextBox 24">
                <a:extLst>
                  <a:ext uri="{FF2B5EF4-FFF2-40B4-BE49-F238E27FC236}">
                    <a16:creationId xmlns:a16="http://schemas.microsoft.com/office/drawing/2014/main" id="{3FF06271-19F6-4B77-B67C-CC128A4CE32C}"/>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43" name="Group 25">
              <a:extLst>
                <a:ext uri="{FF2B5EF4-FFF2-40B4-BE49-F238E27FC236}">
                  <a16:creationId xmlns:a16="http://schemas.microsoft.com/office/drawing/2014/main" id="{47B7BB12-4721-4E90-A2A1-DD94FEF4EF29}"/>
                </a:ext>
              </a:extLst>
            </p:cNvPr>
            <p:cNvGrpSpPr/>
            <p:nvPr/>
          </p:nvGrpSpPr>
          <p:grpSpPr>
            <a:xfrm>
              <a:off x="1195003" y="260923"/>
              <a:ext cx="460624" cy="439032"/>
              <a:chOff x="0" y="0"/>
              <a:chExt cx="812800" cy="774700"/>
            </a:xfrm>
          </p:grpSpPr>
          <p:sp>
            <p:nvSpPr>
              <p:cNvPr id="47" name="Freeform 26">
                <a:extLst>
                  <a:ext uri="{FF2B5EF4-FFF2-40B4-BE49-F238E27FC236}">
                    <a16:creationId xmlns:a16="http://schemas.microsoft.com/office/drawing/2014/main" id="{DF93DE35-C014-4C90-A5EF-D0BD48245C67}"/>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8" name="TextBox 27">
                <a:extLst>
                  <a:ext uri="{FF2B5EF4-FFF2-40B4-BE49-F238E27FC236}">
                    <a16:creationId xmlns:a16="http://schemas.microsoft.com/office/drawing/2014/main" id="{1E4D2C07-F086-49A1-B0AC-37499D317AEF}"/>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44" name="Group 28">
              <a:extLst>
                <a:ext uri="{FF2B5EF4-FFF2-40B4-BE49-F238E27FC236}">
                  <a16:creationId xmlns:a16="http://schemas.microsoft.com/office/drawing/2014/main" id="{F70381FC-FA0C-4579-B5B8-77E0CECDB1DA}"/>
                </a:ext>
              </a:extLst>
            </p:cNvPr>
            <p:cNvGrpSpPr/>
            <p:nvPr/>
          </p:nvGrpSpPr>
          <p:grpSpPr>
            <a:xfrm>
              <a:off x="0" y="260923"/>
              <a:ext cx="460624" cy="439032"/>
              <a:chOff x="0" y="0"/>
              <a:chExt cx="812800" cy="774700"/>
            </a:xfrm>
          </p:grpSpPr>
          <p:sp>
            <p:nvSpPr>
              <p:cNvPr id="45" name="Freeform 29">
                <a:extLst>
                  <a:ext uri="{FF2B5EF4-FFF2-40B4-BE49-F238E27FC236}">
                    <a16:creationId xmlns:a16="http://schemas.microsoft.com/office/drawing/2014/main" id="{B3F9C593-D083-4699-BED3-6CEC6083A180}"/>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6" name="TextBox 30">
                <a:extLst>
                  <a:ext uri="{FF2B5EF4-FFF2-40B4-BE49-F238E27FC236}">
                    <a16:creationId xmlns:a16="http://schemas.microsoft.com/office/drawing/2014/main" id="{5E7A89C9-B3CB-46B5-8DB4-CD5A05A3DFB0}"/>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pic>
        <p:nvPicPr>
          <p:cNvPr id="55" name="Image 54">
            <a:extLst>
              <a:ext uri="{FF2B5EF4-FFF2-40B4-BE49-F238E27FC236}">
                <a16:creationId xmlns:a16="http://schemas.microsoft.com/office/drawing/2014/main" id="{405E6B5B-01F2-4005-9C5A-2E5860548528}"/>
              </a:ext>
            </a:extLst>
          </p:cNvPr>
          <p:cNvPicPr/>
          <p:nvPr/>
        </p:nvPicPr>
        <p:blipFill>
          <a:blip r:embed="rId5">
            <a:extLst>
              <a:ext uri="{28A0092B-C50C-407E-A947-70E740481C1C}">
                <a14:useLocalDpi xmlns:a14="http://schemas.microsoft.com/office/drawing/2010/main" val="0"/>
              </a:ext>
            </a:extLst>
          </a:blip>
          <a:stretch>
            <a:fillRect/>
          </a:stretch>
        </p:blipFill>
        <p:spPr>
          <a:xfrm>
            <a:off x="129053" y="1573833"/>
            <a:ext cx="5607711" cy="3375660"/>
          </a:xfrm>
          <a:prstGeom prst="rect">
            <a:avLst/>
          </a:prstGeom>
        </p:spPr>
      </p:pic>
      <p:pic>
        <p:nvPicPr>
          <p:cNvPr id="56" name="Image 55">
            <a:extLst>
              <a:ext uri="{FF2B5EF4-FFF2-40B4-BE49-F238E27FC236}">
                <a16:creationId xmlns:a16="http://schemas.microsoft.com/office/drawing/2014/main" id="{9E667729-4E28-46A4-B32F-310FF090719B}"/>
              </a:ext>
            </a:extLst>
          </p:cNvPr>
          <p:cNvPicPr/>
          <p:nvPr/>
        </p:nvPicPr>
        <p:blipFill>
          <a:blip r:embed="rId6">
            <a:extLst>
              <a:ext uri="{28A0092B-C50C-407E-A947-70E740481C1C}">
                <a14:useLocalDpi xmlns:a14="http://schemas.microsoft.com/office/drawing/2010/main" val="0"/>
              </a:ext>
            </a:extLst>
          </a:blip>
          <a:stretch>
            <a:fillRect/>
          </a:stretch>
        </p:blipFill>
        <p:spPr>
          <a:xfrm>
            <a:off x="6150437" y="1573833"/>
            <a:ext cx="5823843" cy="3467100"/>
          </a:xfrm>
          <a:prstGeom prst="rect">
            <a:avLst/>
          </a:prstGeom>
        </p:spPr>
      </p:pic>
      <p:pic>
        <p:nvPicPr>
          <p:cNvPr id="51" name="Image 50">
            <a:extLst>
              <a:ext uri="{FF2B5EF4-FFF2-40B4-BE49-F238E27FC236}">
                <a16:creationId xmlns:a16="http://schemas.microsoft.com/office/drawing/2014/main" id="{D8DE58A1-CCD7-4D90-901C-704A3E534057}"/>
              </a:ext>
            </a:extLst>
          </p:cNvPr>
          <p:cNvPicPr/>
          <p:nvPr/>
        </p:nvPicPr>
        <p:blipFill>
          <a:blip r:embed="rId7">
            <a:extLst>
              <a:ext uri="{28A0092B-C50C-407E-A947-70E740481C1C}">
                <a14:useLocalDpi xmlns:a14="http://schemas.microsoft.com/office/drawing/2010/main" val="0"/>
              </a:ext>
            </a:extLst>
          </a:blip>
          <a:stretch>
            <a:fillRect/>
          </a:stretch>
        </p:blipFill>
        <p:spPr>
          <a:xfrm>
            <a:off x="-6424232" y="1579695"/>
            <a:ext cx="5622462" cy="3298825"/>
          </a:xfrm>
          <a:prstGeom prst="rect">
            <a:avLst/>
          </a:prstGeom>
        </p:spPr>
      </p:pic>
      <p:pic>
        <p:nvPicPr>
          <p:cNvPr id="52" name="Image 51">
            <a:extLst>
              <a:ext uri="{FF2B5EF4-FFF2-40B4-BE49-F238E27FC236}">
                <a16:creationId xmlns:a16="http://schemas.microsoft.com/office/drawing/2014/main" id="{498DD89D-168E-4CAC-97EE-3B4C67B29FF6}"/>
              </a:ext>
            </a:extLst>
          </p:cNvPr>
          <p:cNvPicPr/>
          <p:nvPr/>
        </p:nvPicPr>
        <p:blipFill>
          <a:blip r:embed="rId8" cstate="print">
            <a:extLst>
              <a:ext uri="{28A0092B-C50C-407E-A947-70E740481C1C}">
                <a14:useLocalDpi xmlns:a14="http://schemas.microsoft.com/office/drawing/2010/main" val="0"/>
              </a:ext>
            </a:extLst>
          </a:blip>
          <a:stretch>
            <a:fillRect/>
          </a:stretch>
        </p:blipFill>
        <p:spPr>
          <a:xfrm>
            <a:off x="13732009" y="1604313"/>
            <a:ext cx="5838825" cy="3406140"/>
          </a:xfrm>
          <a:prstGeom prst="rect">
            <a:avLst/>
          </a:prstGeom>
          <a:solidFill>
            <a:schemeClr val="bg1"/>
          </a:solidFill>
          <a:ln>
            <a:solidFill>
              <a:srgbClr val="DDB974"/>
            </a:solidFill>
          </a:ln>
        </p:spPr>
      </p:pic>
    </p:spTree>
    <p:extLst>
      <p:ext uri="{BB962C8B-B14F-4D97-AF65-F5344CB8AC3E}">
        <p14:creationId xmlns:p14="http://schemas.microsoft.com/office/powerpoint/2010/main" val="42731242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70000"/>
        </a:solidFill>
        <a:effectLst/>
      </p:bgPr>
    </p:bg>
    <p:spTree>
      <p:nvGrpSpPr>
        <p:cNvPr id="1" name=""/>
        <p:cNvGrpSpPr/>
        <p:nvPr/>
      </p:nvGrpSpPr>
      <p:grpSpPr>
        <a:xfrm>
          <a:off x="0" y="0"/>
          <a:ext cx="0" cy="0"/>
          <a:chOff x="0" y="0"/>
          <a:chExt cx="0" cy="0"/>
        </a:xfrm>
      </p:grpSpPr>
      <p:sp>
        <p:nvSpPr>
          <p:cNvPr id="12" name="AutoShape 5">
            <a:extLst>
              <a:ext uri="{FF2B5EF4-FFF2-40B4-BE49-F238E27FC236}">
                <a16:creationId xmlns:a16="http://schemas.microsoft.com/office/drawing/2014/main" id="{A5422A42-91B1-4638-8B8E-70E5C8BE4CFF}"/>
              </a:ext>
            </a:extLst>
          </p:cNvPr>
          <p:cNvSpPr/>
          <p:nvPr/>
        </p:nvSpPr>
        <p:spPr>
          <a:xfrm>
            <a:off x="660400" y="759987"/>
            <a:ext cx="9675727" cy="0"/>
          </a:xfrm>
          <a:prstGeom prst="line">
            <a:avLst/>
          </a:prstGeom>
          <a:ln w="38100" cap="flat">
            <a:solidFill>
              <a:srgbClr val="DDB974"/>
            </a:solidFill>
            <a:prstDash val="solid"/>
            <a:headEnd type="none" w="sm" len="sm"/>
            <a:tailEnd type="none" w="sm" len="sm"/>
          </a:ln>
        </p:spPr>
      </p:sp>
      <p:cxnSp>
        <p:nvCxnSpPr>
          <p:cNvPr id="13" name="Straight Connector 7">
            <a:extLst>
              <a:ext uri="{FF2B5EF4-FFF2-40B4-BE49-F238E27FC236}">
                <a16:creationId xmlns:a16="http://schemas.microsoft.com/office/drawing/2014/main" id="{53758D7A-CC0A-4B15-B51C-2A105942B6A9}"/>
              </a:ext>
            </a:extLst>
          </p:cNvPr>
          <p:cNvCxnSpPr>
            <a:cxnSpLocks/>
          </p:cNvCxnSpPr>
          <p:nvPr/>
        </p:nvCxnSpPr>
        <p:spPr>
          <a:xfrm>
            <a:off x="5943600" y="2054524"/>
            <a:ext cx="0" cy="4496053"/>
          </a:xfrm>
          <a:prstGeom prst="line">
            <a:avLst/>
          </a:prstGeom>
          <a:ln w="38100"/>
        </p:spPr>
        <p:style>
          <a:lnRef idx="1">
            <a:schemeClr val="dk1"/>
          </a:lnRef>
          <a:fillRef idx="0">
            <a:schemeClr val="dk1"/>
          </a:fillRef>
          <a:effectRef idx="0">
            <a:schemeClr val="dk1"/>
          </a:effectRef>
          <a:fontRef idx="minor">
            <a:schemeClr val="tx1"/>
          </a:fontRef>
        </p:style>
      </p:cxnSp>
      <p:sp>
        <p:nvSpPr>
          <p:cNvPr id="18" name="ZoneTexte 11">
            <a:extLst>
              <a:ext uri="{FF2B5EF4-FFF2-40B4-BE49-F238E27FC236}">
                <a16:creationId xmlns:a16="http://schemas.microsoft.com/office/drawing/2014/main" id="{1B42A57C-97BB-4A2A-8621-B8514C59A56A}"/>
              </a:ext>
            </a:extLst>
          </p:cNvPr>
          <p:cNvSpPr txBox="1"/>
          <p:nvPr/>
        </p:nvSpPr>
        <p:spPr>
          <a:xfrm>
            <a:off x="7924800" y="6579719"/>
            <a:ext cx="4474978" cy="318164"/>
          </a:xfrm>
          <a:prstGeom prst="rect">
            <a:avLst/>
          </a:prstGeom>
          <a:noFill/>
        </p:spPr>
        <p:txBody>
          <a:bodyPr wrap="square">
            <a:spAutoFit/>
          </a:bodyPr>
          <a:lstStyle/>
          <a:p>
            <a:pPr algn="ctr">
              <a:lnSpc>
                <a:spcPct val="150000"/>
              </a:lnSpc>
              <a:spcAft>
                <a:spcPts val="533"/>
              </a:spcAft>
            </a:pPr>
            <a:r>
              <a:rPr lang="fr-FR" sz="1067" b="1" i="1" dirty="0">
                <a:solidFill>
                  <a:srgbClr val="DDB974"/>
                </a:solidFill>
                <a:latin typeface="Monotype Corsiva" panose="03010101010201010101" pitchFamily="66" charset="0"/>
                <a:ea typeface="Calibri" panose="020F0502020204030204" pitchFamily="34" charset="0"/>
                <a:cs typeface="Arial" panose="020B0604020202020204" pitchFamily="34" charset="0"/>
              </a:rPr>
              <a:t>Source : Enquête Auprès Des Ménage Et Exploitation (EMEA)</a:t>
            </a:r>
          </a:p>
        </p:txBody>
      </p:sp>
      <p:sp>
        <p:nvSpPr>
          <p:cNvPr id="20" name="Rectangle 19">
            <a:extLst>
              <a:ext uri="{FF2B5EF4-FFF2-40B4-BE49-F238E27FC236}">
                <a16:creationId xmlns:a16="http://schemas.microsoft.com/office/drawing/2014/main" id="{510DF575-4A68-4112-A8F3-8C01080D9709}"/>
              </a:ext>
            </a:extLst>
          </p:cNvPr>
          <p:cNvSpPr/>
          <p:nvPr/>
        </p:nvSpPr>
        <p:spPr>
          <a:xfrm>
            <a:off x="4094969" y="51219"/>
            <a:ext cx="2917786" cy="684803"/>
          </a:xfrm>
          <a:prstGeom prst="rect">
            <a:avLst/>
          </a:prstGeom>
        </p:spPr>
        <p:txBody>
          <a:bodyPr wrap="none">
            <a:spAutoFit/>
          </a:bodyPr>
          <a:lstStyle/>
          <a:p>
            <a:pPr lvl="0" algn="just">
              <a:lnSpc>
                <a:spcPct val="150000"/>
              </a:lnSpc>
              <a:spcBef>
                <a:spcPts val="200"/>
              </a:spcBef>
              <a:spcAft>
                <a:spcPts val="0"/>
              </a:spcAft>
              <a:buClr>
                <a:srgbClr val="0070C0"/>
              </a:buClr>
            </a:pPr>
            <a:r>
              <a:rPr lang="fr-FR" sz="2800" b="1" dirty="0">
                <a:solidFill>
                  <a:srgbClr val="DDB974"/>
                </a:solidFill>
                <a:latin typeface="Monotype Corsiva" panose="03010101010201010101" pitchFamily="66" charset="0"/>
                <a:ea typeface="Times New Roman" panose="02020603050405020304" pitchFamily="18" charset="0"/>
                <a:cs typeface="Times New Roman" panose="02020603050405020304" pitchFamily="18" charset="0"/>
              </a:rPr>
              <a:t>Analyse géographique</a:t>
            </a:r>
          </a:p>
        </p:txBody>
      </p:sp>
      <p:graphicFrame>
        <p:nvGraphicFramePr>
          <p:cNvPr id="21" name="Graphique 20">
            <a:extLst>
              <a:ext uri="{FF2B5EF4-FFF2-40B4-BE49-F238E27FC236}">
                <a16:creationId xmlns:a16="http://schemas.microsoft.com/office/drawing/2014/main" id="{4D353EC9-CD82-4FF8-8695-2FC61EA4621E}"/>
              </a:ext>
            </a:extLst>
          </p:cNvPr>
          <p:cNvGraphicFramePr/>
          <p:nvPr>
            <p:extLst>
              <p:ext uri="{D42A27DB-BD31-4B8C-83A1-F6EECF244321}">
                <p14:modId xmlns:p14="http://schemas.microsoft.com/office/powerpoint/2010/main" val="56501698"/>
              </p:ext>
            </p:extLst>
          </p:nvPr>
        </p:nvGraphicFramePr>
        <p:xfrm>
          <a:off x="-750275" y="8684651"/>
          <a:ext cx="5181597" cy="3969539"/>
        </p:xfrm>
        <a:graphic>
          <a:graphicData uri="http://schemas.openxmlformats.org/drawingml/2006/chart">
            <c:chart xmlns:c="http://schemas.openxmlformats.org/drawingml/2006/chart" xmlns:r="http://schemas.openxmlformats.org/officeDocument/2006/relationships" r:id="rId2"/>
          </a:graphicData>
        </a:graphic>
      </p:graphicFrame>
      <p:grpSp>
        <p:nvGrpSpPr>
          <p:cNvPr id="23" name="Groupe 22">
            <a:extLst>
              <a:ext uri="{FF2B5EF4-FFF2-40B4-BE49-F238E27FC236}">
                <a16:creationId xmlns:a16="http://schemas.microsoft.com/office/drawing/2014/main" id="{6FE6158B-8B0F-4BCD-9602-CD67F7BA6E59}"/>
              </a:ext>
            </a:extLst>
          </p:cNvPr>
          <p:cNvGrpSpPr/>
          <p:nvPr/>
        </p:nvGrpSpPr>
        <p:grpSpPr>
          <a:xfrm>
            <a:off x="-14420" y="-26649"/>
            <a:ext cx="12280257" cy="6911319"/>
            <a:chOff x="-14420" y="-26649"/>
            <a:chExt cx="12280257" cy="6911319"/>
          </a:xfrm>
        </p:grpSpPr>
        <p:sp>
          <p:nvSpPr>
            <p:cNvPr id="26" name="Freeform 4">
              <a:extLst>
                <a:ext uri="{FF2B5EF4-FFF2-40B4-BE49-F238E27FC236}">
                  <a16:creationId xmlns:a16="http://schemas.microsoft.com/office/drawing/2014/main" id="{D9371126-C53E-4407-BE99-DA4562C65A68}"/>
                </a:ext>
              </a:extLst>
            </p:cNvPr>
            <p:cNvSpPr/>
            <p:nvPr/>
          </p:nvSpPr>
          <p:spPr>
            <a:xfrm rot="5400000">
              <a:off x="10735070" y="541235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7" name="Freeform 5">
              <a:extLst>
                <a:ext uri="{FF2B5EF4-FFF2-40B4-BE49-F238E27FC236}">
                  <a16:creationId xmlns:a16="http://schemas.microsoft.com/office/drawing/2014/main" id="{87583BD3-C757-49BE-A374-8B50DE600182}"/>
                </a:ext>
              </a:extLst>
            </p:cNvPr>
            <p:cNvSpPr/>
            <p:nvPr/>
          </p:nvSpPr>
          <p:spPr>
            <a:xfrm rot="10800000">
              <a:off x="-4089" y="540106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8" name="AutoShape 6">
              <a:extLst>
                <a:ext uri="{FF2B5EF4-FFF2-40B4-BE49-F238E27FC236}">
                  <a16:creationId xmlns:a16="http://schemas.microsoft.com/office/drawing/2014/main" id="{CF31C29A-21CF-4B5B-970B-CB9085D8A96A}"/>
                </a:ext>
              </a:extLst>
            </p:cNvPr>
            <p:cNvSpPr/>
            <p:nvPr/>
          </p:nvSpPr>
          <p:spPr>
            <a:xfrm>
              <a:off x="2212236" y="6789773"/>
              <a:ext cx="7767529" cy="0"/>
            </a:xfrm>
            <a:prstGeom prst="line">
              <a:avLst/>
            </a:prstGeom>
            <a:ln w="28575" cap="flat">
              <a:solidFill>
                <a:srgbClr val="DDB974"/>
              </a:solidFill>
              <a:prstDash val="solid"/>
              <a:headEnd type="none" w="sm" len="sm"/>
              <a:tailEnd type="none" w="sm" len="sm"/>
            </a:ln>
          </p:spPr>
        </p:sp>
        <p:sp>
          <p:nvSpPr>
            <p:cNvPr id="29" name="AutoShape 5">
              <a:extLst>
                <a:ext uri="{FF2B5EF4-FFF2-40B4-BE49-F238E27FC236}">
                  <a16:creationId xmlns:a16="http://schemas.microsoft.com/office/drawing/2014/main" id="{A25A7583-2792-4EF4-B556-4BE135ABAF11}"/>
                </a:ext>
              </a:extLst>
            </p:cNvPr>
            <p:cNvSpPr/>
            <p:nvPr/>
          </p:nvSpPr>
          <p:spPr>
            <a:xfrm>
              <a:off x="1506018" y="98775"/>
              <a:ext cx="9116341" cy="0"/>
            </a:xfrm>
            <a:prstGeom prst="line">
              <a:avLst/>
            </a:prstGeom>
            <a:ln w="38100" cap="flat">
              <a:solidFill>
                <a:srgbClr val="DDB974"/>
              </a:solidFill>
              <a:prstDash val="solid"/>
              <a:headEnd type="none" w="sm" len="sm"/>
              <a:tailEnd type="none" w="sm" len="sm"/>
            </a:ln>
          </p:spPr>
        </p:sp>
        <p:sp>
          <p:nvSpPr>
            <p:cNvPr id="30" name="Freeform 3">
              <a:extLst>
                <a:ext uri="{FF2B5EF4-FFF2-40B4-BE49-F238E27FC236}">
                  <a16:creationId xmlns:a16="http://schemas.microsoft.com/office/drawing/2014/main" id="{88D5A155-2CEF-42E5-B7FB-C57D0747C19F}"/>
                </a:ext>
              </a:extLst>
            </p:cNvPr>
            <p:cNvSpPr/>
            <p:nvPr/>
          </p:nvSpPr>
          <p:spPr>
            <a:xfrm rot="16200000">
              <a:off x="-14420"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1" name="Freeform 2">
              <a:extLst>
                <a:ext uri="{FF2B5EF4-FFF2-40B4-BE49-F238E27FC236}">
                  <a16:creationId xmlns:a16="http://schemas.microsoft.com/office/drawing/2014/main" id="{A6C9475F-C20A-4D3D-8CC8-7F201EE0D4F4}"/>
                </a:ext>
              </a:extLst>
            </p:cNvPr>
            <p:cNvSpPr/>
            <p:nvPr/>
          </p:nvSpPr>
          <p:spPr>
            <a:xfrm>
              <a:off x="10793526"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grpSp>
        <p:nvGrpSpPr>
          <p:cNvPr id="32" name="Group 21">
            <a:extLst>
              <a:ext uri="{FF2B5EF4-FFF2-40B4-BE49-F238E27FC236}">
                <a16:creationId xmlns:a16="http://schemas.microsoft.com/office/drawing/2014/main" id="{7D004B1D-9CAE-47A7-974A-1534DE267D11}"/>
              </a:ext>
            </a:extLst>
          </p:cNvPr>
          <p:cNvGrpSpPr/>
          <p:nvPr/>
        </p:nvGrpSpPr>
        <p:grpSpPr>
          <a:xfrm>
            <a:off x="2096875" y="824659"/>
            <a:ext cx="1241720" cy="524966"/>
            <a:chOff x="0" y="0"/>
            <a:chExt cx="1655627" cy="699955"/>
          </a:xfrm>
        </p:grpSpPr>
        <p:grpSp>
          <p:nvGrpSpPr>
            <p:cNvPr id="33" name="Group 22">
              <a:extLst>
                <a:ext uri="{FF2B5EF4-FFF2-40B4-BE49-F238E27FC236}">
                  <a16:creationId xmlns:a16="http://schemas.microsoft.com/office/drawing/2014/main" id="{676CAFDE-D828-4B42-9FAC-85931475ADB0}"/>
                </a:ext>
              </a:extLst>
            </p:cNvPr>
            <p:cNvGrpSpPr/>
            <p:nvPr/>
          </p:nvGrpSpPr>
          <p:grpSpPr>
            <a:xfrm>
              <a:off x="460624" y="0"/>
              <a:ext cx="734379" cy="699955"/>
              <a:chOff x="0" y="0"/>
              <a:chExt cx="812800" cy="774700"/>
            </a:xfrm>
          </p:grpSpPr>
          <p:sp>
            <p:nvSpPr>
              <p:cNvPr id="40" name="Freeform 23">
                <a:extLst>
                  <a:ext uri="{FF2B5EF4-FFF2-40B4-BE49-F238E27FC236}">
                    <a16:creationId xmlns:a16="http://schemas.microsoft.com/office/drawing/2014/main" id="{E87E8205-C9F7-4801-B40F-B0620585B816}"/>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1" name="TextBox 24">
                <a:extLst>
                  <a:ext uri="{FF2B5EF4-FFF2-40B4-BE49-F238E27FC236}">
                    <a16:creationId xmlns:a16="http://schemas.microsoft.com/office/drawing/2014/main" id="{812E3E2B-87A3-42E6-850F-03E455255CD5}"/>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34" name="Group 25">
              <a:extLst>
                <a:ext uri="{FF2B5EF4-FFF2-40B4-BE49-F238E27FC236}">
                  <a16:creationId xmlns:a16="http://schemas.microsoft.com/office/drawing/2014/main" id="{38658BCB-C518-419F-9A51-1234E6EDD06D}"/>
                </a:ext>
              </a:extLst>
            </p:cNvPr>
            <p:cNvGrpSpPr/>
            <p:nvPr/>
          </p:nvGrpSpPr>
          <p:grpSpPr>
            <a:xfrm>
              <a:off x="1195003" y="260923"/>
              <a:ext cx="460624" cy="439032"/>
              <a:chOff x="0" y="0"/>
              <a:chExt cx="812800" cy="774700"/>
            </a:xfrm>
          </p:grpSpPr>
          <p:sp>
            <p:nvSpPr>
              <p:cNvPr id="38" name="Freeform 26">
                <a:extLst>
                  <a:ext uri="{FF2B5EF4-FFF2-40B4-BE49-F238E27FC236}">
                    <a16:creationId xmlns:a16="http://schemas.microsoft.com/office/drawing/2014/main" id="{A339177F-4745-4AA1-8021-0C540A0E5F61}"/>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9" name="TextBox 27">
                <a:extLst>
                  <a:ext uri="{FF2B5EF4-FFF2-40B4-BE49-F238E27FC236}">
                    <a16:creationId xmlns:a16="http://schemas.microsoft.com/office/drawing/2014/main" id="{55D05187-A7E3-457C-A1A4-BB7E3FCEB7DE}"/>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35" name="Group 28">
              <a:extLst>
                <a:ext uri="{FF2B5EF4-FFF2-40B4-BE49-F238E27FC236}">
                  <a16:creationId xmlns:a16="http://schemas.microsoft.com/office/drawing/2014/main" id="{82E2025C-A2A5-4924-9D80-BD5E371D3CDB}"/>
                </a:ext>
              </a:extLst>
            </p:cNvPr>
            <p:cNvGrpSpPr/>
            <p:nvPr/>
          </p:nvGrpSpPr>
          <p:grpSpPr>
            <a:xfrm>
              <a:off x="0" y="260923"/>
              <a:ext cx="460624" cy="439032"/>
              <a:chOff x="0" y="0"/>
              <a:chExt cx="812800" cy="774700"/>
            </a:xfrm>
          </p:grpSpPr>
          <p:sp>
            <p:nvSpPr>
              <p:cNvPr id="36" name="Freeform 29">
                <a:extLst>
                  <a:ext uri="{FF2B5EF4-FFF2-40B4-BE49-F238E27FC236}">
                    <a16:creationId xmlns:a16="http://schemas.microsoft.com/office/drawing/2014/main" id="{041B16E7-C781-49F2-8842-A54FD6BE3AA3}"/>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7" name="TextBox 30">
                <a:extLst>
                  <a:ext uri="{FF2B5EF4-FFF2-40B4-BE49-F238E27FC236}">
                    <a16:creationId xmlns:a16="http://schemas.microsoft.com/office/drawing/2014/main" id="{AFD6FE9E-44BE-41F4-9ED7-8F7998903021}"/>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grpSp>
        <p:nvGrpSpPr>
          <p:cNvPr id="42" name="Group 21">
            <a:extLst>
              <a:ext uri="{FF2B5EF4-FFF2-40B4-BE49-F238E27FC236}">
                <a16:creationId xmlns:a16="http://schemas.microsoft.com/office/drawing/2014/main" id="{3E8C645E-90BA-4865-82C2-735BDAB06AF4}"/>
              </a:ext>
            </a:extLst>
          </p:cNvPr>
          <p:cNvGrpSpPr/>
          <p:nvPr/>
        </p:nvGrpSpPr>
        <p:grpSpPr>
          <a:xfrm>
            <a:off x="8655554" y="793552"/>
            <a:ext cx="1241720" cy="524966"/>
            <a:chOff x="0" y="0"/>
            <a:chExt cx="1655627" cy="699955"/>
          </a:xfrm>
        </p:grpSpPr>
        <p:grpSp>
          <p:nvGrpSpPr>
            <p:cNvPr id="43" name="Group 22">
              <a:extLst>
                <a:ext uri="{FF2B5EF4-FFF2-40B4-BE49-F238E27FC236}">
                  <a16:creationId xmlns:a16="http://schemas.microsoft.com/office/drawing/2014/main" id="{57E4945B-67F7-462C-9F01-D99BD54284DA}"/>
                </a:ext>
              </a:extLst>
            </p:cNvPr>
            <p:cNvGrpSpPr/>
            <p:nvPr/>
          </p:nvGrpSpPr>
          <p:grpSpPr>
            <a:xfrm>
              <a:off x="460624" y="0"/>
              <a:ext cx="734379" cy="699955"/>
              <a:chOff x="0" y="0"/>
              <a:chExt cx="812800" cy="774700"/>
            </a:xfrm>
          </p:grpSpPr>
          <p:sp>
            <p:nvSpPr>
              <p:cNvPr id="50" name="Freeform 23">
                <a:extLst>
                  <a:ext uri="{FF2B5EF4-FFF2-40B4-BE49-F238E27FC236}">
                    <a16:creationId xmlns:a16="http://schemas.microsoft.com/office/drawing/2014/main" id="{B6B8B4A0-60FF-4CF2-AF28-C3463585671B}"/>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51" name="TextBox 24">
                <a:extLst>
                  <a:ext uri="{FF2B5EF4-FFF2-40B4-BE49-F238E27FC236}">
                    <a16:creationId xmlns:a16="http://schemas.microsoft.com/office/drawing/2014/main" id="{A9B49DB4-A749-4E19-ADA2-9EA2953EEFC1}"/>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44" name="Group 25">
              <a:extLst>
                <a:ext uri="{FF2B5EF4-FFF2-40B4-BE49-F238E27FC236}">
                  <a16:creationId xmlns:a16="http://schemas.microsoft.com/office/drawing/2014/main" id="{08CBBBBA-27D0-45E6-AE54-74C4E070F9BE}"/>
                </a:ext>
              </a:extLst>
            </p:cNvPr>
            <p:cNvGrpSpPr/>
            <p:nvPr/>
          </p:nvGrpSpPr>
          <p:grpSpPr>
            <a:xfrm>
              <a:off x="1195003" y="260923"/>
              <a:ext cx="460624" cy="439032"/>
              <a:chOff x="0" y="0"/>
              <a:chExt cx="812800" cy="774700"/>
            </a:xfrm>
          </p:grpSpPr>
          <p:sp>
            <p:nvSpPr>
              <p:cNvPr id="48" name="Freeform 26">
                <a:extLst>
                  <a:ext uri="{FF2B5EF4-FFF2-40B4-BE49-F238E27FC236}">
                    <a16:creationId xmlns:a16="http://schemas.microsoft.com/office/drawing/2014/main" id="{7B0D72FF-686E-49A9-B240-A3889BBF3099}"/>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9" name="TextBox 27">
                <a:extLst>
                  <a:ext uri="{FF2B5EF4-FFF2-40B4-BE49-F238E27FC236}">
                    <a16:creationId xmlns:a16="http://schemas.microsoft.com/office/drawing/2014/main" id="{3E9B04C3-BDC2-48D4-A3D7-C2CC98B59C75}"/>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45" name="Group 28">
              <a:extLst>
                <a:ext uri="{FF2B5EF4-FFF2-40B4-BE49-F238E27FC236}">
                  <a16:creationId xmlns:a16="http://schemas.microsoft.com/office/drawing/2014/main" id="{D44FB531-83A8-4444-B7DE-8304D0F7E0D7}"/>
                </a:ext>
              </a:extLst>
            </p:cNvPr>
            <p:cNvGrpSpPr/>
            <p:nvPr/>
          </p:nvGrpSpPr>
          <p:grpSpPr>
            <a:xfrm>
              <a:off x="0" y="260923"/>
              <a:ext cx="460624" cy="439032"/>
              <a:chOff x="0" y="0"/>
              <a:chExt cx="812800" cy="774700"/>
            </a:xfrm>
          </p:grpSpPr>
          <p:sp>
            <p:nvSpPr>
              <p:cNvPr id="46" name="Freeform 29">
                <a:extLst>
                  <a:ext uri="{FF2B5EF4-FFF2-40B4-BE49-F238E27FC236}">
                    <a16:creationId xmlns:a16="http://schemas.microsoft.com/office/drawing/2014/main" id="{52BAB741-C5CB-49E0-B3E2-6E489EE97627}"/>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7" name="TextBox 30">
                <a:extLst>
                  <a:ext uri="{FF2B5EF4-FFF2-40B4-BE49-F238E27FC236}">
                    <a16:creationId xmlns:a16="http://schemas.microsoft.com/office/drawing/2014/main" id="{34597199-D05E-41DE-AB46-9C844D4742E5}"/>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pic>
        <p:nvPicPr>
          <p:cNvPr id="54" name="Image 53">
            <a:extLst>
              <a:ext uri="{FF2B5EF4-FFF2-40B4-BE49-F238E27FC236}">
                <a16:creationId xmlns:a16="http://schemas.microsoft.com/office/drawing/2014/main" id="{9E8C1195-415B-4788-85DE-CC74AF8FC543}"/>
              </a:ext>
            </a:extLst>
          </p:cNvPr>
          <p:cNvPicPr/>
          <p:nvPr/>
        </p:nvPicPr>
        <p:blipFill>
          <a:blip r:embed="rId5">
            <a:extLst>
              <a:ext uri="{28A0092B-C50C-407E-A947-70E740481C1C}">
                <a14:useLocalDpi xmlns:a14="http://schemas.microsoft.com/office/drawing/2010/main" val="0"/>
              </a:ext>
            </a:extLst>
          </a:blip>
          <a:stretch>
            <a:fillRect/>
          </a:stretch>
        </p:blipFill>
        <p:spPr>
          <a:xfrm>
            <a:off x="217720" y="1798896"/>
            <a:ext cx="5622462" cy="3298825"/>
          </a:xfrm>
          <a:prstGeom prst="rect">
            <a:avLst/>
          </a:prstGeom>
        </p:spPr>
      </p:pic>
      <p:pic>
        <p:nvPicPr>
          <p:cNvPr id="55" name="Image 54">
            <a:extLst>
              <a:ext uri="{FF2B5EF4-FFF2-40B4-BE49-F238E27FC236}">
                <a16:creationId xmlns:a16="http://schemas.microsoft.com/office/drawing/2014/main" id="{7514E1E2-F082-4997-86ED-86495AC8AA60}"/>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6135455" y="1759518"/>
            <a:ext cx="5838825" cy="3406140"/>
          </a:xfrm>
          <a:prstGeom prst="rect">
            <a:avLst/>
          </a:prstGeom>
          <a:solidFill>
            <a:schemeClr val="bg1"/>
          </a:solidFill>
          <a:ln>
            <a:solidFill>
              <a:srgbClr val="DDB974"/>
            </a:solidFill>
          </a:ln>
        </p:spPr>
      </p:pic>
    </p:spTree>
    <p:extLst>
      <p:ext uri="{BB962C8B-B14F-4D97-AF65-F5344CB8AC3E}">
        <p14:creationId xmlns:p14="http://schemas.microsoft.com/office/powerpoint/2010/main" val="1745574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70000"/>
        </a:solidFill>
        <a:effectLst/>
      </p:bgPr>
    </p:bg>
    <p:spTree>
      <p:nvGrpSpPr>
        <p:cNvPr id="1" name=""/>
        <p:cNvGrpSpPr/>
        <p:nvPr/>
      </p:nvGrpSpPr>
      <p:grpSpPr>
        <a:xfrm>
          <a:off x="0" y="0"/>
          <a:ext cx="0" cy="0"/>
          <a:chOff x="0" y="0"/>
          <a:chExt cx="0" cy="0"/>
        </a:xfrm>
      </p:grpSpPr>
      <p:sp>
        <p:nvSpPr>
          <p:cNvPr id="50" name="Freeform 2">
            <a:extLst>
              <a:ext uri="{FF2B5EF4-FFF2-40B4-BE49-F238E27FC236}">
                <a16:creationId xmlns:a16="http://schemas.microsoft.com/office/drawing/2014/main" id="{D227DF67-59D6-4FDA-9707-DB7021D97BB1}"/>
              </a:ext>
            </a:extLst>
          </p:cNvPr>
          <p:cNvSpPr/>
          <p:nvPr/>
        </p:nvSpPr>
        <p:spPr>
          <a:xfrm>
            <a:off x="10475423" y="244266"/>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1" name="Freeform 3">
            <a:extLst>
              <a:ext uri="{FF2B5EF4-FFF2-40B4-BE49-F238E27FC236}">
                <a16:creationId xmlns:a16="http://schemas.microsoft.com/office/drawing/2014/main" id="{DAAE4019-01D7-459E-AE9F-0F8DF4CE83D1}"/>
              </a:ext>
            </a:extLst>
          </p:cNvPr>
          <p:cNvSpPr/>
          <p:nvPr/>
        </p:nvSpPr>
        <p:spPr>
          <a:xfrm rot="16200000">
            <a:off x="244266" y="244266"/>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Freeform 4">
            <a:extLst>
              <a:ext uri="{FF2B5EF4-FFF2-40B4-BE49-F238E27FC236}">
                <a16:creationId xmlns:a16="http://schemas.microsoft.com/office/drawing/2014/main" id="{2A4DC05E-957E-4BAF-BAFE-41A457E47714}"/>
              </a:ext>
            </a:extLst>
          </p:cNvPr>
          <p:cNvSpPr/>
          <p:nvPr/>
        </p:nvSpPr>
        <p:spPr>
          <a:xfrm rot="5400000">
            <a:off x="10475423" y="5141423"/>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3" name="Freeform 5">
            <a:extLst>
              <a:ext uri="{FF2B5EF4-FFF2-40B4-BE49-F238E27FC236}">
                <a16:creationId xmlns:a16="http://schemas.microsoft.com/office/drawing/2014/main" id="{3E189A87-B483-49B2-87A7-75142780E035}"/>
              </a:ext>
            </a:extLst>
          </p:cNvPr>
          <p:cNvSpPr/>
          <p:nvPr/>
        </p:nvSpPr>
        <p:spPr>
          <a:xfrm rot="10800000">
            <a:off x="244266" y="5141423"/>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4" name="AutoShape 6">
            <a:extLst>
              <a:ext uri="{FF2B5EF4-FFF2-40B4-BE49-F238E27FC236}">
                <a16:creationId xmlns:a16="http://schemas.microsoft.com/office/drawing/2014/main" id="{ECCC9807-2D92-4DB8-9E8F-AF76A97515DB}"/>
              </a:ext>
            </a:extLst>
          </p:cNvPr>
          <p:cNvSpPr/>
          <p:nvPr/>
        </p:nvSpPr>
        <p:spPr>
          <a:xfrm>
            <a:off x="2212236" y="6496259"/>
            <a:ext cx="7767529" cy="0"/>
          </a:xfrm>
          <a:prstGeom prst="line">
            <a:avLst/>
          </a:prstGeom>
          <a:ln w="28575" cap="flat">
            <a:solidFill>
              <a:srgbClr val="DDB974"/>
            </a:solidFill>
            <a:prstDash val="solid"/>
            <a:headEnd type="none" w="sm" len="sm"/>
            <a:tailEnd type="none" w="sm" len="sm"/>
          </a:ln>
        </p:spPr>
      </p:sp>
      <p:sp>
        <p:nvSpPr>
          <p:cNvPr id="55" name="AutoShape 7">
            <a:extLst>
              <a:ext uri="{FF2B5EF4-FFF2-40B4-BE49-F238E27FC236}">
                <a16:creationId xmlns:a16="http://schemas.microsoft.com/office/drawing/2014/main" id="{B81B869C-9CF7-4A56-BA2B-BB5829F9BACB}"/>
              </a:ext>
            </a:extLst>
          </p:cNvPr>
          <p:cNvSpPr/>
          <p:nvPr/>
        </p:nvSpPr>
        <p:spPr>
          <a:xfrm>
            <a:off x="2212236" y="361741"/>
            <a:ext cx="7767529" cy="0"/>
          </a:xfrm>
          <a:prstGeom prst="line">
            <a:avLst/>
          </a:prstGeom>
          <a:ln w="28575" cap="flat">
            <a:solidFill>
              <a:srgbClr val="DDB974"/>
            </a:solidFill>
            <a:prstDash val="solid"/>
            <a:headEnd type="none" w="sm" len="sm"/>
            <a:tailEnd type="none" w="sm" len="sm"/>
          </a:ln>
        </p:spPr>
      </p:sp>
      <p:sp>
        <p:nvSpPr>
          <p:cNvPr id="56" name="Freeform 8">
            <a:extLst>
              <a:ext uri="{FF2B5EF4-FFF2-40B4-BE49-F238E27FC236}">
                <a16:creationId xmlns:a16="http://schemas.microsoft.com/office/drawing/2014/main" id="{C2FF338E-FD02-4608-9099-3451B5227386}"/>
              </a:ext>
            </a:extLst>
          </p:cNvPr>
          <p:cNvSpPr/>
          <p:nvPr/>
        </p:nvSpPr>
        <p:spPr>
          <a:xfrm>
            <a:off x="1300952" y="2555446"/>
            <a:ext cx="987893" cy="1973415"/>
          </a:xfrm>
          <a:custGeom>
            <a:avLst/>
            <a:gdLst/>
            <a:ahLst/>
            <a:cxnLst/>
            <a:rect l="l" t="t" r="r" b="b"/>
            <a:pathLst>
              <a:path w="1481840" h="2960122">
                <a:moveTo>
                  <a:pt x="0" y="0"/>
                </a:moveTo>
                <a:lnTo>
                  <a:pt x="1481840" y="0"/>
                </a:lnTo>
                <a:lnTo>
                  <a:pt x="1481840" y="2960122"/>
                </a:lnTo>
                <a:lnTo>
                  <a:pt x="0" y="2960122"/>
                </a:lnTo>
                <a:lnTo>
                  <a:pt x="0" y="0"/>
                </a:lnTo>
                <a:close/>
              </a:path>
            </a:pathLst>
          </a:custGeom>
          <a:blipFill>
            <a:blip r:embed="rId4">
              <a:extLst>
                <a:ext uri="{96DAC541-7B7A-43D3-8B79-37D633B846F1}">
                  <asvg:svgBlip xmlns:asvg="http://schemas.microsoft.com/office/drawing/2016/SVG/main" r:embed="rId5"/>
                </a:ext>
              </a:extLst>
            </a:blip>
            <a:stretch>
              <a:fillRect r="-182845"/>
            </a:stretch>
          </a:blipFill>
        </p:spPr>
      </p:sp>
      <p:sp>
        <p:nvSpPr>
          <p:cNvPr id="57" name="Freeform 9">
            <a:extLst>
              <a:ext uri="{FF2B5EF4-FFF2-40B4-BE49-F238E27FC236}">
                <a16:creationId xmlns:a16="http://schemas.microsoft.com/office/drawing/2014/main" id="{4B5121EB-62ED-4115-93D6-D2C48F4DEC31}"/>
              </a:ext>
            </a:extLst>
          </p:cNvPr>
          <p:cNvSpPr/>
          <p:nvPr/>
        </p:nvSpPr>
        <p:spPr>
          <a:xfrm flipH="1">
            <a:off x="9903156" y="2555446"/>
            <a:ext cx="987893" cy="1973415"/>
          </a:xfrm>
          <a:custGeom>
            <a:avLst/>
            <a:gdLst/>
            <a:ahLst/>
            <a:cxnLst/>
            <a:rect l="l" t="t" r="r" b="b"/>
            <a:pathLst>
              <a:path w="1481840" h="2960122">
                <a:moveTo>
                  <a:pt x="1481840" y="0"/>
                </a:moveTo>
                <a:lnTo>
                  <a:pt x="0" y="0"/>
                </a:lnTo>
                <a:lnTo>
                  <a:pt x="0" y="2960122"/>
                </a:lnTo>
                <a:lnTo>
                  <a:pt x="1481840" y="2960122"/>
                </a:lnTo>
                <a:lnTo>
                  <a:pt x="1481840" y="0"/>
                </a:lnTo>
                <a:close/>
              </a:path>
            </a:pathLst>
          </a:custGeom>
          <a:blipFill>
            <a:blip r:embed="rId4">
              <a:extLst>
                <a:ext uri="{96DAC541-7B7A-43D3-8B79-37D633B846F1}">
                  <asvg:svgBlip xmlns:asvg="http://schemas.microsoft.com/office/drawing/2016/SVG/main" r:embed="rId5"/>
                </a:ext>
              </a:extLst>
            </a:blip>
            <a:stretch>
              <a:fillRect r="-182845"/>
            </a:stretch>
          </a:blipFill>
        </p:spPr>
      </p:sp>
      <p:sp>
        <p:nvSpPr>
          <p:cNvPr id="68" name="TextBox 9">
            <a:extLst>
              <a:ext uri="{FF2B5EF4-FFF2-40B4-BE49-F238E27FC236}">
                <a16:creationId xmlns:a16="http://schemas.microsoft.com/office/drawing/2014/main" id="{4A2FCFEC-FDC0-446B-8A88-C30312BBE072}"/>
              </a:ext>
            </a:extLst>
          </p:cNvPr>
          <p:cNvSpPr txBox="1"/>
          <p:nvPr/>
        </p:nvSpPr>
        <p:spPr>
          <a:xfrm>
            <a:off x="2201263" y="2479284"/>
            <a:ext cx="7670800" cy="1523494"/>
          </a:xfrm>
          <a:prstGeom prst="rect">
            <a:avLst/>
          </a:prstGeom>
        </p:spPr>
        <p:txBody>
          <a:bodyPr wrap="square" lIns="0" tIns="0" rIns="0" bIns="0" rtlCol="0" anchor="t">
            <a:spAutoFit/>
          </a:bodyPr>
          <a:lstStyle/>
          <a:p>
            <a:pPr algn="ctr" defTabSz="609630">
              <a:lnSpc>
                <a:spcPct val="150000"/>
              </a:lnSpc>
            </a:pPr>
            <a:r>
              <a:rPr lang="fr-FR" sz="7200" dirty="0">
                <a:solidFill>
                  <a:srgbClr val="DDB974"/>
                </a:solidFill>
                <a:latin typeface="Monotype Corsiva" panose="03010101010201010101" pitchFamily="66" charset="0"/>
                <a:ea typeface="Avenir"/>
                <a:cs typeface="Times New Roman" panose="02020603050405020304" pitchFamily="18" charset="0"/>
                <a:sym typeface="Avenir"/>
              </a:rPr>
              <a:t>Dashboard </a:t>
            </a:r>
            <a:r>
              <a:rPr lang="fr-FR" sz="7200" dirty="0" err="1">
                <a:solidFill>
                  <a:srgbClr val="DDB974"/>
                </a:solidFill>
                <a:latin typeface="Monotype Corsiva" panose="03010101010201010101" pitchFamily="66" charset="0"/>
                <a:ea typeface="Avenir"/>
                <a:cs typeface="Times New Roman" panose="02020603050405020304" pitchFamily="18" charset="0"/>
                <a:sym typeface="Avenir"/>
              </a:rPr>
              <a:t>Shiny</a:t>
            </a:r>
            <a:endParaRPr lang="fr-FR" sz="7200" dirty="0">
              <a:solidFill>
                <a:srgbClr val="DDB974"/>
              </a:solidFill>
              <a:latin typeface="Monotype Corsiva" panose="03010101010201010101" pitchFamily="66" charset="0"/>
              <a:ea typeface="Avenir"/>
              <a:cs typeface="Times New Roman" panose="02020603050405020304" pitchFamily="18" charset="0"/>
              <a:sym typeface="Avenir"/>
            </a:endParaRPr>
          </a:p>
        </p:txBody>
      </p:sp>
      <p:cxnSp>
        <p:nvCxnSpPr>
          <p:cNvPr id="69" name="Connecteur droit 68">
            <a:extLst>
              <a:ext uri="{FF2B5EF4-FFF2-40B4-BE49-F238E27FC236}">
                <a16:creationId xmlns:a16="http://schemas.microsoft.com/office/drawing/2014/main" id="{407CD666-5CFB-4021-B3C8-E7F6C0909C3D}"/>
              </a:ext>
            </a:extLst>
          </p:cNvPr>
          <p:cNvCxnSpPr>
            <a:cxnSpLocks/>
          </p:cNvCxnSpPr>
          <p:nvPr/>
        </p:nvCxnSpPr>
        <p:spPr>
          <a:xfrm>
            <a:off x="1879600" y="2263703"/>
            <a:ext cx="8280400" cy="1"/>
          </a:xfrm>
          <a:prstGeom prst="line">
            <a:avLst/>
          </a:prstGeom>
          <a:ln w="76200">
            <a:solidFill>
              <a:srgbClr val="DDB974"/>
            </a:solidFill>
          </a:ln>
        </p:spPr>
        <p:style>
          <a:lnRef idx="1">
            <a:schemeClr val="accent1"/>
          </a:lnRef>
          <a:fillRef idx="0">
            <a:schemeClr val="accent1"/>
          </a:fillRef>
          <a:effectRef idx="0">
            <a:schemeClr val="accent1"/>
          </a:effectRef>
          <a:fontRef idx="minor">
            <a:schemeClr val="tx1"/>
          </a:fontRef>
        </p:style>
      </p:cxnSp>
      <p:cxnSp>
        <p:nvCxnSpPr>
          <p:cNvPr id="70" name="Connecteur droit 69">
            <a:extLst>
              <a:ext uri="{FF2B5EF4-FFF2-40B4-BE49-F238E27FC236}">
                <a16:creationId xmlns:a16="http://schemas.microsoft.com/office/drawing/2014/main" id="{DE0F3A29-D732-4C85-9423-7D5C61A20FD8}"/>
              </a:ext>
            </a:extLst>
          </p:cNvPr>
          <p:cNvCxnSpPr>
            <a:cxnSpLocks/>
          </p:cNvCxnSpPr>
          <p:nvPr/>
        </p:nvCxnSpPr>
        <p:spPr>
          <a:xfrm>
            <a:off x="1879600" y="4789313"/>
            <a:ext cx="8280400" cy="1"/>
          </a:xfrm>
          <a:prstGeom prst="line">
            <a:avLst/>
          </a:prstGeom>
          <a:ln w="76200">
            <a:solidFill>
              <a:srgbClr val="DDB974"/>
            </a:solidFill>
          </a:ln>
        </p:spPr>
        <p:style>
          <a:lnRef idx="1">
            <a:schemeClr val="accent1"/>
          </a:lnRef>
          <a:fillRef idx="0">
            <a:schemeClr val="accent1"/>
          </a:fillRef>
          <a:effectRef idx="0">
            <a:schemeClr val="accent1"/>
          </a:effectRef>
          <a:fontRef idx="minor">
            <a:schemeClr val="tx1"/>
          </a:fontRef>
        </p:style>
      </p:cxnSp>
      <p:grpSp>
        <p:nvGrpSpPr>
          <p:cNvPr id="76" name="Group 21">
            <a:extLst>
              <a:ext uri="{FF2B5EF4-FFF2-40B4-BE49-F238E27FC236}">
                <a16:creationId xmlns:a16="http://schemas.microsoft.com/office/drawing/2014/main" id="{E9C663AB-DA27-48B3-BB9C-28051A8BA880}"/>
              </a:ext>
            </a:extLst>
          </p:cNvPr>
          <p:cNvGrpSpPr/>
          <p:nvPr/>
        </p:nvGrpSpPr>
        <p:grpSpPr>
          <a:xfrm>
            <a:off x="4959817" y="990608"/>
            <a:ext cx="2007039" cy="832927"/>
            <a:chOff x="0" y="0"/>
            <a:chExt cx="1655627" cy="699955"/>
          </a:xfrm>
        </p:grpSpPr>
        <p:grpSp>
          <p:nvGrpSpPr>
            <p:cNvPr id="77" name="Group 22">
              <a:extLst>
                <a:ext uri="{FF2B5EF4-FFF2-40B4-BE49-F238E27FC236}">
                  <a16:creationId xmlns:a16="http://schemas.microsoft.com/office/drawing/2014/main" id="{C3591C8F-5CC0-47BB-A890-71A5C354FF40}"/>
                </a:ext>
              </a:extLst>
            </p:cNvPr>
            <p:cNvGrpSpPr/>
            <p:nvPr/>
          </p:nvGrpSpPr>
          <p:grpSpPr>
            <a:xfrm>
              <a:off x="460624" y="0"/>
              <a:ext cx="734379" cy="699955"/>
              <a:chOff x="0" y="0"/>
              <a:chExt cx="812800" cy="774700"/>
            </a:xfrm>
          </p:grpSpPr>
          <p:sp>
            <p:nvSpPr>
              <p:cNvPr id="84" name="Freeform 23">
                <a:extLst>
                  <a:ext uri="{FF2B5EF4-FFF2-40B4-BE49-F238E27FC236}">
                    <a16:creationId xmlns:a16="http://schemas.microsoft.com/office/drawing/2014/main" id="{B42CDF2C-8AF4-411D-AEEE-A6D3E378FA8C}"/>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85" name="TextBox 24">
                <a:extLst>
                  <a:ext uri="{FF2B5EF4-FFF2-40B4-BE49-F238E27FC236}">
                    <a16:creationId xmlns:a16="http://schemas.microsoft.com/office/drawing/2014/main" id="{E63810FB-EB4F-4E6C-834D-D58A105B182E}"/>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78" name="Group 25">
              <a:extLst>
                <a:ext uri="{FF2B5EF4-FFF2-40B4-BE49-F238E27FC236}">
                  <a16:creationId xmlns:a16="http://schemas.microsoft.com/office/drawing/2014/main" id="{3E719625-50C8-438F-8DD4-591203D81200}"/>
                </a:ext>
              </a:extLst>
            </p:cNvPr>
            <p:cNvGrpSpPr/>
            <p:nvPr/>
          </p:nvGrpSpPr>
          <p:grpSpPr>
            <a:xfrm>
              <a:off x="1195003" y="260923"/>
              <a:ext cx="460624" cy="439032"/>
              <a:chOff x="0" y="0"/>
              <a:chExt cx="812800" cy="774700"/>
            </a:xfrm>
          </p:grpSpPr>
          <p:sp>
            <p:nvSpPr>
              <p:cNvPr id="82" name="Freeform 26">
                <a:extLst>
                  <a:ext uri="{FF2B5EF4-FFF2-40B4-BE49-F238E27FC236}">
                    <a16:creationId xmlns:a16="http://schemas.microsoft.com/office/drawing/2014/main" id="{C4289D8B-27B8-426A-AE24-233155FFBE68}"/>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83" name="TextBox 27">
                <a:extLst>
                  <a:ext uri="{FF2B5EF4-FFF2-40B4-BE49-F238E27FC236}">
                    <a16:creationId xmlns:a16="http://schemas.microsoft.com/office/drawing/2014/main" id="{63E66D36-06A7-4C56-88EF-E2A22987E3C7}"/>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79" name="Group 28">
              <a:extLst>
                <a:ext uri="{FF2B5EF4-FFF2-40B4-BE49-F238E27FC236}">
                  <a16:creationId xmlns:a16="http://schemas.microsoft.com/office/drawing/2014/main" id="{99856FF4-F5FC-4C41-85A7-733F856DD2A9}"/>
                </a:ext>
              </a:extLst>
            </p:cNvPr>
            <p:cNvGrpSpPr/>
            <p:nvPr/>
          </p:nvGrpSpPr>
          <p:grpSpPr>
            <a:xfrm>
              <a:off x="0" y="260923"/>
              <a:ext cx="460624" cy="439032"/>
              <a:chOff x="0" y="0"/>
              <a:chExt cx="812800" cy="774700"/>
            </a:xfrm>
          </p:grpSpPr>
          <p:sp>
            <p:nvSpPr>
              <p:cNvPr id="80" name="Freeform 29">
                <a:extLst>
                  <a:ext uri="{FF2B5EF4-FFF2-40B4-BE49-F238E27FC236}">
                    <a16:creationId xmlns:a16="http://schemas.microsoft.com/office/drawing/2014/main" id="{E23FF3E1-DD55-4593-AD88-107F5013BE74}"/>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81" name="TextBox 30">
                <a:extLst>
                  <a:ext uri="{FF2B5EF4-FFF2-40B4-BE49-F238E27FC236}">
                    <a16:creationId xmlns:a16="http://schemas.microsoft.com/office/drawing/2014/main" id="{F43ABF3B-2DD0-4056-9A5C-66180D39B837}"/>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spTree>
    <p:extLst>
      <p:ext uri="{BB962C8B-B14F-4D97-AF65-F5344CB8AC3E}">
        <p14:creationId xmlns:p14="http://schemas.microsoft.com/office/powerpoint/2010/main" val="1590976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470000"/>
        </a:solidFill>
        <a:effectLst/>
      </p:bgPr>
    </p:bg>
    <p:spTree>
      <p:nvGrpSpPr>
        <p:cNvPr id="1" name=""/>
        <p:cNvGrpSpPr/>
        <p:nvPr/>
      </p:nvGrpSpPr>
      <p:grpSpPr>
        <a:xfrm>
          <a:off x="0" y="0"/>
          <a:ext cx="0" cy="0"/>
          <a:chOff x="0" y="0"/>
          <a:chExt cx="0" cy="0"/>
        </a:xfrm>
      </p:grpSpPr>
      <p:sp>
        <p:nvSpPr>
          <p:cNvPr id="3" name="TextBox 3"/>
          <p:cNvSpPr txBox="1"/>
          <p:nvPr/>
        </p:nvSpPr>
        <p:spPr>
          <a:xfrm>
            <a:off x="1178747" y="2972980"/>
            <a:ext cx="9834507" cy="897682"/>
          </a:xfrm>
          <a:prstGeom prst="rect">
            <a:avLst/>
          </a:prstGeom>
          <a:solidFill>
            <a:srgbClr val="470000"/>
          </a:solidFill>
        </p:spPr>
        <p:txBody>
          <a:bodyPr lIns="0" tIns="0" rIns="0" bIns="0" rtlCol="0" anchor="t">
            <a:spAutoFit/>
          </a:bodyPr>
          <a:lstStyle/>
          <a:p>
            <a:pPr algn="ctr">
              <a:lnSpc>
                <a:spcPts val="6991"/>
              </a:lnSpc>
            </a:pPr>
            <a:r>
              <a:rPr lang="en-US" sz="5504" b="1" dirty="0">
                <a:solidFill>
                  <a:srgbClr val="DDB974"/>
                </a:solidFill>
                <a:latin typeface="Viner Hand ITC" panose="03070502030502020203" pitchFamily="66" charset="0"/>
              </a:rPr>
              <a:t>Merci pour </a:t>
            </a:r>
            <a:r>
              <a:rPr lang="en-US" sz="5504" b="1" dirty="0" err="1">
                <a:solidFill>
                  <a:srgbClr val="DDB974"/>
                </a:solidFill>
                <a:latin typeface="Viner Hand ITC" panose="03070502030502020203" pitchFamily="66" charset="0"/>
              </a:rPr>
              <a:t>votre</a:t>
            </a:r>
            <a:r>
              <a:rPr lang="en-US" sz="5504" b="1" dirty="0">
                <a:solidFill>
                  <a:srgbClr val="DDB974"/>
                </a:solidFill>
                <a:latin typeface="Viner Hand ITC" panose="03070502030502020203" pitchFamily="66" charset="0"/>
              </a:rPr>
              <a:t> attention  </a:t>
            </a:r>
            <a:r>
              <a:rPr lang="en-US" sz="5504" b="1" dirty="0">
                <a:solidFill>
                  <a:srgbClr val="DDB974"/>
                </a:solidFill>
                <a:latin typeface="TS Qamus Bold"/>
              </a:rPr>
              <a:t>!</a:t>
            </a:r>
          </a:p>
        </p:txBody>
      </p:sp>
      <p:grpSp>
        <p:nvGrpSpPr>
          <p:cNvPr id="4" name="Group 4"/>
          <p:cNvGrpSpPr/>
          <p:nvPr/>
        </p:nvGrpSpPr>
        <p:grpSpPr>
          <a:xfrm>
            <a:off x="10675530" y="3539060"/>
            <a:ext cx="176449" cy="176449"/>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B907C"/>
            </a:solidFill>
          </p:spPr>
        </p:sp>
        <p:sp>
          <p:nvSpPr>
            <p:cNvPr id="6" name="TextBox 6"/>
            <p:cNvSpPr txBox="1"/>
            <p:nvPr/>
          </p:nvSpPr>
          <p:spPr>
            <a:xfrm>
              <a:off x="76200" y="19050"/>
              <a:ext cx="660400" cy="717550"/>
            </a:xfrm>
            <a:prstGeom prst="rect">
              <a:avLst/>
            </a:prstGeom>
          </p:spPr>
          <p:txBody>
            <a:bodyPr lIns="33867" tIns="33867" rIns="33867" bIns="33867" rtlCol="0" anchor="ctr"/>
            <a:lstStyle/>
            <a:p>
              <a:pPr algn="ctr">
                <a:lnSpc>
                  <a:spcPts val="2333"/>
                </a:lnSpc>
              </a:pPr>
              <a:endParaRPr sz="1200"/>
            </a:p>
          </p:txBody>
        </p:sp>
      </p:grpSp>
      <p:cxnSp>
        <p:nvCxnSpPr>
          <p:cNvPr id="30" name="Connecteur droit 29">
            <a:extLst>
              <a:ext uri="{FF2B5EF4-FFF2-40B4-BE49-F238E27FC236}">
                <a16:creationId xmlns:a16="http://schemas.microsoft.com/office/drawing/2014/main" id="{67675389-437E-4CBB-B065-81082DF7CF33}"/>
              </a:ext>
            </a:extLst>
          </p:cNvPr>
          <p:cNvCxnSpPr>
            <a:cxnSpLocks/>
          </p:cNvCxnSpPr>
          <p:nvPr/>
        </p:nvCxnSpPr>
        <p:spPr>
          <a:xfrm>
            <a:off x="1879600" y="2263703"/>
            <a:ext cx="8280400" cy="1"/>
          </a:xfrm>
          <a:prstGeom prst="line">
            <a:avLst/>
          </a:prstGeom>
          <a:ln w="76200">
            <a:solidFill>
              <a:srgbClr val="DDB974"/>
            </a:solidFill>
          </a:ln>
        </p:spPr>
        <p:style>
          <a:lnRef idx="1">
            <a:schemeClr val="accent1"/>
          </a:lnRef>
          <a:fillRef idx="0">
            <a:schemeClr val="accent1"/>
          </a:fillRef>
          <a:effectRef idx="0">
            <a:schemeClr val="accent1"/>
          </a:effectRef>
          <a:fontRef idx="minor">
            <a:schemeClr val="tx1"/>
          </a:fontRef>
        </p:style>
      </p:cxnSp>
      <p:cxnSp>
        <p:nvCxnSpPr>
          <p:cNvPr id="31" name="Connecteur droit 30">
            <a:extLst>
              <a:ext uri="{FF2B5EF4-FFF2-40B4-BE49-F238E27FC236}">
                <a16:creationId xmlns:a16="http://schemas.microsoft.com/office/drawing/2014/main" id="{B2D9DA15-E8EE-4A07-9C22-DA836D94FF3B}"/>
              </a:ext>
            </a:extLst>
          </p:cNvPr>
          <p:cNvCxnSpPr>
            <a:cxnSpLocks/>
          </p:cNvCxnSpPr>
          <p:nvPr/>
        </p:nvCxnSpPr>
        <p:spPr>
          <a:xfrm>
            <a:off x="1879600" y="4789313"/>
            <a:ext cx="8280400" cy="1"/>
          </a:xfrm>
          <a:prstGeom prst="line">
            <a:avLst/>
          </a:prstGeom>
          <a:ln w="76200">
            <a:solidFill>
              <a:srgbClr val="DDB974"/>
            </a:solidFill>
          </a:ln>
        </p:spPr>
        <p:style>
          <a:lnRef idx="1">
            <a:schemeClr val="accent1"/>
          </a:lnRef>
          <a:fillRef idx="0">
            <a:schemeClr val="accent1"/>
          </a:fillRef>
          <a:effectRef idx="0">
            <a:schemeClr val="accent1"/>
          </a:effectRef>
          <a:fontRef idx="minor">
            <a:schemeClr val="tx1"/>
          </a:fontRef>
        </p:style>
      </p:cxnSp>
      <p:grpSp>
        <p:nvGrpSpPr>
          <p:cNvPr id="32" name="Group 21">
            <a:extLst>
              <a:ext uri="{FF2B5EF4-FFF2-40B4-BE49-F238E27FC236}">
                <a16:creationId xmlns:a16="http://schemas.microsoft.com/office/drawing/2014/main" id="{EAEBF0BC-A25D-4BFC-AF5C-1889BDD04400}"/>
              </a:ext>
            </a:extLst>
          </p:cNvPr>
          <p:cNvGrpSpPr/>
          <p:nvPr/>
        </p:nvGrpSpPr>
        <p:grpSpPr>
          <a:xfrm>
            <a:off x="4959817" y="990608"/>
            <a:ext cx="2007039" cy="832927"/>
            <a:chOff x="0" y="0"/>
            <a:chExt cx="1655627" cy="699955"/>
          </a:xfrm>
        </p:grpSpPr>
        <p:grpSp>
          <p:nvGrpSpPr>
            <p:cNvPr id="33" name="Group 22">
              <a:extLst>
                <a:ext uri="{FF2B5EF4-FFF2-40B4-BE49-F238E27FC236}">
                  <a16:creationId xmlns:a16="http://schemas.microsoft.com/office/drawing/2014/main" id="{AB4461DE-918A-4277-9E40-C47508632314}"/>
                </a:ext>
              </a:extLst>
            </p:cNvPr>
            <p:cNvGrpSpPr/>
            <p:nvPr/>
          </p:nvGrpSpPr>
          <p:grpSpPr>
            <a:xfrm>
              <a:off x="460624" y="0"/>
              <a:ext cx="734379" cy="699955"/>
              <a:chOff x="0" y="0"/>
              <a:chExt cx="812800" cy="774700"/>
            </a:xfrm>
          </p:grpSpPr>
          <p:sp>
            <p:nvSpPr>
              <p:cNvPr id="40" name="Freeform 23">
                <a:extLst>
                  <a:ext uri="{FF2B5EF4-FFF2-40B4-BE49-F238E27FC236}">
                    <a16:creationId xmlns:a16="http://schemas.microsoft.com/office/drawing/2014/main" id="{CB2F9DF7-BB70-4E49-96DF-BB109A95AB07}"/>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41" name="TextBox 24">
                <a:extLst>
                  <a:ext uri="{FF2B5EF4-FFF2-40B4-BE49-F238E27FC236}">
                    <a16:creationId xmlns:a16="http://schemas.microsoft.com/office/drawing/2014/main" id="{D75D1645-3CBE-4CCB-907B-A7580E2BCCD2}"/>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34" name="Group 25">
              <a:extLst>
                <a:ext uri="{FF2B5EF4-FFF2-40B4-BE49-F238E27FC236}">
                  <a16:creationId xmlns:a16="http://schemas.microsoft.com/office/drawing/2014/main" id="{0CEBBB43-9855-4A47-8A37-7288B7E3F2F4}"/>
                </a:ext>
              </a:extLst>
            </p:cNvPr>
            <p:cNvGrpSpPr/>
            <p:nvPr/>
          </p:nvGrpSpPr>
          <p:grpSpPr>
            <a:xfrm>
              <a:off x="1195003" y="260923"/>
              <a:ext cx="460624" cy="439032"/>
              <a:chOff x="0" y="0"/>
              <a:chExt cx="812800" cy="774700"/>
            </a:xfrm>
          </p:grpSpPr>
          <p:sp>
            <p:nvSpPr>
              <p:cNvPr id="38" name="Freeform 26">
                <a:extLst>
                  <a:ext uri="{FF2B5EF4-FFF2-40B4-BE49-F238E27FC236}">
                    <a16:creationId xmlns:a16="http://schemas.microsoft.com/office/drawing/2014/main" id="{BFB7BC12-B0E1-4B2A-A47D-BB0F896B22F8}"/>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9" name="TextBox 27">
                <a:extLst>
                  <a:ext uri="{FF2B5EF4-FFF2-40B4-BE49-F238E27FC236}">
                    <a16:creationId xmlns:a16="http://schemas.microsoft.com/office/drawing/2014/main" id="{122B2EEE-176A-4FE2-8CD5-AE9433476729}"/>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nvGrpSpPr>
            <p:cNvPr id="35" name="Group 28">
              <a:extLst>
                <a:ext uri="{FF2B5EF4-FFF2-40B4-BE49-F238E27FC236}">
                  <a16:creationId xmlns:a16="http://schemas.microsoft.com/office/drawing/2014/main" id="{D3B89876-07C5-46FF-AE2F-143C4C1264C3}"/>
                </a:ext>
              </a:extLst>
            </p:cNvPr>
            <p:cNvGrpSpPr/>
            <p:nvPr/>
          </p:nvGrpSpPr>
          <p:grpSpPr>
            <a:xfrm>
              <a:off x="0" y="260923"/>
              <a:ext cx="460624" cy="439032"/>
              <a:chOff x="0" y="0"/>
              <a:chExt cx="812800" cy="774700"/>
            </a:xfrm>
          </p:grpSpPr>
          <p:sp>
            <p:nvSpPr>
              <p:cNvPr id="36" name="Freeform 29">
                <a:extLst>
                  <a:ext uri="{FF2B5EF4-FFF2-40B4-BE49-F238E27FC236}">
                    <a16:creationId xmlns:a16="http://schemas.microsoft.com/office/drawing/2014/main" id="{C206592B-0C11-4C28-94CA-67067EF3C24D}"/>
                  </a:ext>
                </a:extLst>
              </p:cNvPr>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DDB974"/>
              </a:solidFill>
            </p:spPr>
          </p:sp>
          <p:sp>
            <p:nvSpPr>
              <p:cNvPr id="37" name="TextBox 30">
                <a:extLst>
                  <a:ext uri="{FF2B5EF4-FFF2-40B4-BE49-F238E27FC236}">
                    <a16:creationId xmlns:a16="http://schemas.microsoft.com/office/drawing/2014/main" id="{078C9F4C-0D0A-4C7D-887F-6958074641F6}"/>
                  </a:ext>
                </a:extLst>
              </p:cNvPr>
              <p:cNvSpPr txBox="1"/>
              <p:nvPr/>
            </p:nvSpPr>
            <p:spPr>
              <a:xfrm>
                <a:off x="228600" y="228600"/>
                <a:ext cx="355600" cy="381000"/>
              </a:xfrm>
              <a:prstGeom prst="rect">
                <a:avLst/>
              </a:prstGeom>
            </p:spPr>
            <p:txBody>
              <a:bodyPr lIns="41183" tIns="41183" rIns="41183" bIns="41183" rtlCol="0" anchor="ctr"/>
              <a:lstStyle/>
              <a:p>
                <a:pPr algn="ctr">
                  <a:lnSpc>
                    <a:spcPts val="2660"/>
                  </a:lnSpc>
                </a:pPr>
                <a:endParaRPr/>
              </a:p>
            </p:txBody>
          </p:sp>
        </p:grpSp>
      </p:grpSp>
      <p:grpSp>
        <p:nvGrpSpPr>
          <p:cNvPr id="42" name="Groupe 41">
            <a:extLst>
              <a:ext uri="{FF2B5EF4-FFF2-40B4-BE49-F238E27FC236}">
                <a16:creationId xmlns:a16="http://schemas.microsoft.com/office/drawing/2014/main" id="{ED6E7FED-D23E-4C2C-A960-92E589D728B6}"/>
              </a:ext>
            </a:extLst>
          </p:cNvPr>
          <p:cNvGrpSpPr/>
          <p:nvPr/>
        </p:nvGrpSpPr>
        <p:grpSpPr>
          <a:xfrm>
            <a:off x="130629" y="108858"/>
            <a:ext cx="11930742" cy="6651172"/>
            <a:chOff x="-14420" y="-26649"/>
            <a:chExt cx="12280257" cy="6911319"/>
          </a:xfrm>
        </p:grpSpPr>
        <p:sp>
          <p:nvSpPr>
            <p:cNvPr id="43" name="Freeform 4">
              <a:extLst>
                <a:ext uri="{FF2B5EF4-FFF2-40B4-BE49-F238E27FC236}">
                  <a16:creationId xmlns:a16="http://schemas.microsoft.com/office/drawing/2014/main" id="{1F098A67-E75D-48B8-B02D-41EB5BBCE575}"/>
                </a:ext>
              </a:extLst>
            </p:cNvPr>
            <p:cNvSpPr/>
            <p:nvPr/>
          </p:nvSpPr>
          <p:spPr>
            <a:xfrm rot="5400000">
              <a:off x="10735070" y="541235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4" name="Freeform 5">
              <a:extLst>
                <a:ext uri="{FF2B5EF4-FFF2-40B4-BE49-F238E27FC236}">
                  <a16:creationId xmlns:a16="http://schemas.microsoft.com/office/drawing/2014/main" id="{C948B3F5-7EA7-43A6-801E-7FB98BA5206F}"/>
                </a:ext>
              </a:extLst>
            </p:cNvPr>
            <p:cNvSpPr/>
            <p:nvPr/>
          </p:nvSpPr>
          <p:spPr>
            <a:xfrm rot="10800000">
              <a:off x="-4089" y="540106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5" name="AutoShape 6">
              <a:extLst>
                <a:ext uri="{FF2B5EF4-FFF2-40B4-BE49-F238E27FC236}">
                  <a16:creationId xmlns:a16="http://schemas.microsoft.com/office/drawing/2014/main" id="{BE4C0C05-0FD1-4F00-B530-BDA7C55DFA1B}"/>
                </a:ext>
              </a:extLst>
            </p:cNvPr>
            <p:cNvSpPr/>
            <p:nvPr/>
          </p:nvSpPr>
          <p:spPr>
            <a:xfrm>
              <a:off x="2212236" y="6789773"/>
              <a:ext cx="7767529" cy="0"/>
            </a:xfrm>
            <a:prstGeom prst="line">
              <a:avLst/>
            </a:prstGeom>
            <a:ln w="28575" cap="flat">
              <a:solidFill>
                <a:srgbClr val="DDB974"/>
              </a:solidFill>
              <a:prstDash val="solid"/>
              <a:headEnd type="none" w="sm" len="sm"/>
              <a:tailEnd type="none" w="sm" len="sm"/>
            </a:ln>
          </p:spPr>
        </p:sp>
        <p:sp>
          <p:nvSpPr>
            <p:cNvPr id="46" name="AutoShape 5">
              <a:extLst>
                <a:ext uri="{FF2B5EF4-FFF2-40B4-BE49-F238E27FC236}">
                  <a16:creationId xmlns:a16="http://schemas.microsoft.com/office/drawing/2014/main" id="{D26B7A5A-E0A9-4401-96BE-EB1E14F30FF0}"/>
                </a:ext>
              </a:extLst>
            </p:cNvPr>
            <p:cNvSpPr/>
            <p:nvPr/>
          </p:nvSpPr>
          <p:spPr>
            <a:xfrm>
              <a:off x="1506018" y="98775"/>
              <a:ext cx="9116341" cy="0"/>
            </a:xfrm>
            <a:prstGeom prst="line">
              <a:avLst/>
            </a:prstGeom>
            <a:ln w="38100" cap="flat">
              <a:solidFill>
                <a:srgbClr val="DDB974"/>
              </a:solidFill>
              <a:prstDash val="solid"/>
              <a:headEnd type="none" w="sm" len="sm"/>
              <a:tailEnd type="none" w="sm" len="sm"/>
            </a:ln>
          </p:spPr>
        </p:sp>
        <p:sp>
          <p:nvSpPr>
            <p:cNvPr id="47" name="Freeform 3">
              <a:extLst>
                <a:ext uri="{FF2B5EF4-FFF2-40B4-BE49-F238E27FC236}">
                  <a16:creationId xmlns:a16="http://schemas.microsoft.com/office/drawing/2014/main" id="{2E36D547-A4DF-435C-A0F9-B30B8C3497AC}"/>
                </a:ext>
              </a:extLst>
            </p:cNvPr>
            <p:cNvSpPr/>
            <p:nvPr/>
          </p:nvSpPr>
          <p:spPr>
            <a:xfrm rot="16200000">
              <a:off x="-14420"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8" name="Freeform 2">
              <a:extLst>
                <a:ext uri="{FF2B5EF4-FFF2-40B4-BE49-F238E27FC236}">
                  <a16:creationId xmlns:a16="http://schemas.microsoft.com/office/drawing/2014/main" id="{66A9AC9F-F409-4250-BFE9-49E48CD837F6}"/>
                </a:ext>
              </a:extLst>
            </p:cNvPr>
            <p:cNvSpPr/>
            <p:nvPr/>
          </p:nvSpPr>
          <p:spPr>
            <a:xfrm>
              <a:off x="10793526" y="-26649"/>
              <a:ext cx="1472311" cy="1472311"/>
            </a:xfrm>
            <a:custGeom>
              <a:avLst/>
              <a:gdLst/>
              <a:ahLst/>
              <a:cxnLst/>
              <a:rect l="l" t="t" r="r" b="b"/>
              <a:pathLst>
                <a:path w="2208467" h="2208467">
                  <a:moveTo>
                    <a:pt x="0" y="0"/>
                  </a:moveTo>
                  <a:lnTo>
                    <a:pt x="2208468" y="0"/>
                  </a:lnTo>
                  <a:lnTo>
                    <a:pt x="2208468" y="2208468"/>
                  </a:lnTo>
                  <a:lnTo>
                    <a:pt x="0" y="22084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9537DE-8339-43CE-BF44-6DAA5CE477A8}"/>
              </a:ext>
            </a:extLst>
          </p:cNvPr>
          <p:cNvSpPr txBox="1"/>
          <p:nvPr/>
        </p:nvSpPr>
        <p:spPr>
          <a:xfrm>
            <a:off x="0" y="3290258"/>
            <a:ext cx="3979389" cy="1323439"/>
          </a:xfrm>
          <a:prstGeom prst="rect">
            <a:avLst/>
          </a:prstGeom>
          <a:noFill/>
        </p:spPr>
        <p:txBody>
          <a:bodyPr wrap="square" rtlCol="0">
            <a:spAutoFit/>
          </a:bodyPr>
          <a:lstStyle/>
          <a:p>
            <a:pPr marL="228611" indent="-228611">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Accroître les investissements dans la réhabilitation et l’extension des infrastructures d’irrigation, notamment les petits barrages villageois, les digues et les systèmes de pompage solaire.</a:t>
            </a:r>
            <a:endParaRPr lang="en-US" sz="1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9D15660-DA49-49BC-A874-D0ED1E151631}"/>
              </a:ext>
            </a:extLst>
          </p:cNvPr>
          <p:cNvSpPr txBox="1"/>
          <p:nvPr/>
        </p:nvSpPr>
        <p:spPr>
          <a:xfrm>
            <a:off x="398514" y="5438612"/>
            <a:ext cx="4205168" cy="1323439"/>
          </a:xfrm>
          <a:prstGeom prst="rect">
            <a:avLst/>
          </a:prstGeom>
          <a:noFill/>
        </p:spPr>
        <p:txBody>
          <a:bodyPr wrap="square" rtlCol="0">
            <a:spAutoFit/>
          </a:bodyPr>
          <a:lstStyle/>
          <a:p>
            <a:pPr marL="228611" indent="-228611">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Diffuser massivement les semences améliorées résistantes à la sécheresse, former les agriculteurs à l’agriculture de conservation, encourager l’usage de compost et de fertilisants organiques.</a:t>
            </a:r>
            <a:endParaRPr lang="en-US" sz="16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F509F54-ED8F-4047-B434-620A4AF20EC9}"/>
              </a:ext>
            </a:extLst>
          </p:cNvPr>
          <p:cNvSpPr txBox="1"/>
          <p:nvPr/>
        </p:nvSpPr>
        <p:spPr>
          <a:xfrm>
            <a:off x="7751288" y="4267533"/>
            <a:ext cx="4135478" cy="1323439"/>
          </a:xfrm>
          <a:prstGeom prst="rect">
            <a:avLst/>
          </a:prstGeom>
          <a:noFill/>
        </p:spPr>
        <p:txBody>
          <a:bodyPr wrap="square" rtlCol="0">
            <a:spAutoFit/>
          </a:bodyPr>
          <a:lstStyle/>
          <a:p>
            <a:pPr marL="228611" indent="-228611">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Mettre en place des programmes spécifiques d’appui aux producteurs dans ces zones (kits semenciers, mécanisation légère, microcrédit), accompagnés d’un encadrement technique.</a:t>
            </a:r>
            <a:endParaRPr lang="en-US" sz="1600" b="1" dirty="0">
              <a:latin typeface="Times New Roman" panose="02020603050405020304" pitchFamily="18" charset="0"/>
              <a:cs typeface="Times New Roman" panose="02020603050405020304" pitchFamily="18" charset="0"/>
            </a:endParaRPr>
          </a:p>
        </p:txBody>
      </p:sp>
      <p:grpSp>
        <p:nvGrpSpPr>
          <p:cNvPr id="8" name="Group 1">
            <a:extLst>
              <a:ext uri="{FF2B5EF4-FFF2-40B4-BE49-F238E27FC236}">
                <a16:creationId xmlns:a16="http://schemas.microsoft.com/office/drawing/2014/main" id="{6A4F3B70-A4B5-4EBB-90A8-E8C2145C1734}"/>
              </a:ext>
            </a:extLst>
          </p:cNvPr>
          <p:cNvGrpSpPr/>
          <p:nvPr/>
        </p:nvGrpSpPr>
        <p:grpSpPr>
          <a:xfrm>
            <a:off x="2744084" y="224467"/>
            <a:ext cx="6661086" cy="1246929"/>
            <a:chOff x="4271528" y="309112"/>
            <a:chExt cx="4051300" cy="1342711"/>
          </a:xfrm>
        </p:grpSpPr>
        <p:sp>
          <p:nvSpPr>
            <p:cNvPr id="9" name="Freeform: Shape 7">
              <a:extLst>
                <a:ext uri="{FF2B5EF4-FFF2-40B4-BE49-F238E27FC236}">
                  <a16:creationId xmlns:a16="http://schemas.microsoft.com/office/drawing/2014/main" id="{C991AC47-1FE6-4A4D-A082-39BB290B453D}"/>
                </a:ext>
              </a:extLst>
            </p:cNvPr>
            <p:cNvSpPr/>
            <p:nvPr/>
          </p:nvSpPr>
          <p:spPr>
            <a:xfrm>
              <a:off x="4271528" y="309112"/>
              <a:ext cx="4051300" cy="1266825"/>
            </a:xfrm>
            <a:custGeom>
              <a:avLst/>
              <a:gdLst>
                <a:gd name="connsiteX0" fmla="*/ 3253264 w 3543300"/>
                <a:gd name="connsiteY0" fmla="*/ 1263968 h 1266825"/>
                <a:gd name="connsiteX1" fmla="*/ 292894 w 3543300"/>
                <a:gd name="connsiteY1" fmla="*/ 1263968 h 1266825"/>
                <a:gd name="connsiteX2" fmla="*/ 7144 w 3543300"/>
                <a:gd name="connsiteY2" fmla="*/ 978218 h 1266825"/>
                <a:gd name="connsiteX3" fmla="*/ 7144 w 3543300"/>
                <a:gd name="connsiteY3" fmla="*/ 7144 h 1266825"/>
                <a:gd name="connsiteX4" fmla="*/ 3539014 w 3543300"/>
                <a:gd name="connsiteY4" fmla="*/ 7144 h 1266825"/>
                <a:gd name="connsiteX5" fmla="*/ 3539014 w 3543300"/>
                <a:gd name="connsiteY5" fmla="*/ 978218 h 1266825"/>
                <a:gd name="connsiteX6" fmla="*/ 3253264 w 3543300"/>
                <a:gd name="connsiteY6" fmla="*/ 1263968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3300" h="1266825">
                  <a:moveTo>
                    <a:pt x="3253264" y="1263968"/>
                  </a:moveTo>
                  <a:lnTo>
                    <a:pt x="292894" y="1263968"/>
                  </a:lnTo>
                  <a:cubicBezTo>
                    <a:pt x="135064" y="1263968"/>
                    <a:pt x="7144" y="1136047"/>
                    <a:pt x="7144" y="978218"/>
                  </a:cubicBezTo>
                  <a:lnTo>
                    <a:pt x="7144" y="7144"/>
                  </a:lnTo>
                  <a:lnTo>
                    <a:pt x="3539014" y="7144"/>
                  </a:lnTo>
                  <a:lnTo>
                    <a:pt x="3539014" y="978218"/>
                  </a:lnTo>
                  <a:cubicBezTo>
                    <a:pt x="3539014" y="1136047"/>
                    <a:pt x="3411093" y="1263968"/>
                    <a:pt x="3253264" y="1263968"/>
                  </a:cubicBezTo>
                  <a:close/>
                </a:path>
              </a:pathLst>
            </a:custGeom>
            <a:solidFill>
              <a:srgbClr val="0A1931"/>
            </a:solidFill>
            <a:ln w="9525" cap="flat">
              <a:noFill/>
              <a:prstDash val="solid"/>
              <a:miter/>
            </a:ln>
          </p:spPr>
          <p:txBody>
            <a:bodyPr rtlCol="0" anchor="ctr"/>
            <a:lstStyle/>
            <a:p>
              <a:pPr algn="ctr"/>
              <a:endParaRPr lang="en-US" sz="1200" b="1" dirty="0"/>
            </a:p>
          </p:txBody>
        </p:sp>
        <p:sp>
          <p:nvSpPr>
            <p:cNvPr id="10" name="TextBox 31">
              <a:extLst>
                <a:ext uri="{FF2B5EF4-FFF2-40B4-BE49-F238E27FC236}">
                  <a16:creationId xmlns:a16="http://schemas.microsoft.com/office/drawing/2014/main" id="{BEED08C9-8A11-4A74-BF2C-E08B88DF6478}"/>
                </a:ext>
              </a:extLst>
            </p:cNvPr>
            <p:cNvSpPr txBox="1"/>
            <p:nvPr/>
          </p:nvSpPr>
          <p:spPr>
            <a:xfrm>
              <a:off x="4713745" y="491859"/>
              <a:ext cx="3288256" cy="1159964"/>
            </a:xfrm>
            <a:prstGeom prst="rect">
              <a:avLst/>
            </a:prstGeom>
            <a:noFill/>
          </p:spPr>
          <p:txBody>
            <a:bodyPr wrap="square" rtlCol="0">
              <a:spAutoFit/>
            </a:bodyPr>
            <a:lstStyle/>
            <a:p>
              <a:pPr algn="ctr"/>
              <a:r>
                <a:rPr lang="fr-FR" sz="3200" b="1" dirty="0">
                  <a:solidFill>
                    <a:schemeClr val="bg1"/>
                  </a:solidFill>
                  <a:latin typeface="+mj-lt"/>
                </a:rPr>
                <a:t> </a:t>
              </a:r>
              <a:r>
                <a:rPr lang="fr-FR" sz="2400" b="1" dirty="0">
                  <a:solidFill>
                    <a:schemeClr val="bg2"/>
                  </a:solidFill>
                  <a:latin typeface="Times New Roman" panose="02020603050405020304" pitchFamily="18" charset="0"/>
                  <a:cs typeface="Times New Roman" panose="02020603050405020304" pitchFamily="18" charset="0"/>
                </a:rPr>
                <a:t>Conclusion &amp; Recommandations</a:t>
              </a:r>
              <a:r>
                <a:rPr lang="fr-FR" sz="1867" b="1" dirty="0">
                  <a:solidFill>
                    <a:schemeClr val="bg2"/>
                  </a:solidFill>
                  <a:latin typeface="Times New Roman" panose="02020603050405020304" pitchFamily="18" charset="0"/>
                  <a:cs typeface="Times New Roman" panose="02020603050405020304" pitchFamily="18" charset="0"/>
                </a:rPr>
                <a:t> </a:t>
              </a:r>
              <a:endParaRPr lang="fr-FR" sz="3200" dirty="0">
                <a:solidFill>
                  <a:schemeClr val="bg2"/>
                </a:solidFill>
              </a:endParaRPr>
            </a:p>
            <a:p>
              <a:pPr algn="ctr"/>
              <a:r>
                <a:rPr lang="fr-FR" sz="3200" b="1" dirty="0">
                  <a:solidFill>
                    <a:schemeClr val="bg1"/>
                  </a:solidFill>
                  <a:latin typeface="+mj-lt"/>
                </a:rPr>
                <a:t> </a:t>
              </a:r>
              <a:endParaRPr lang="en-US" sz="4000" b="1" dirty="0">
                <a:solidFill>
                  <a:schemeClr val="bg1"/>
                </a:solidFill>
                <a:latin typeface="+mj-lt"/>
              </a:endParaRPr>
            </a:p>
          </p:txBody>
        </p:sp>
      </p:grpSp>
      <p:grpSp>
        <p:nvGrpSpPr>
          <p:cNvPr id="15" name="Group 14">
            <a:extLst>
              <a:ext uri="{FF2B5EF4-FFF2-40B4-BE49-F238E27FC236}">
                <a16:creationId xmlns:a16="http://schemas.microsoft.com/office/drawing/2014/main" id="{AE0A2892-5EBF-472C-B051-8D377082B2F9}"/>
              </a:ext>
            </a:extLst>
          </p:cNvPr>
          <p:cNvGrpSpPr/>
          <p:nvPr/>
        </p:nvGrpSpPr>
        <p:grpSpPr>
          <a:xfrm>
            <a:off x="4486843" y="4267533"/>
            <a:ext cx="2957690" cy="1538883"/>
            <a:chOff x="6417815" y="4524764"/>
            <a:chExt cx="4436535" cy="2308324"/>
          </a:xfrm>
        </p:grpSpPr>
        <p:sp>
          <p:nvSpPr>
            <p:cNvPr id="13" name="TextBox 12">
              <a:extLst>
                <a:ext uri="{FF2B5EF4-FFF2-40B4-BE49-F238E27FC236}">
                  <a16:creationId xmlns:a16="http://schemas.microsoft.com/office/drawing/2014/main" id="{099448E7-F47E-447B-826F-80C6A84E0D24}"/>
                </a:ext>
              </a:extLst>
            </p:cNvPr>
            <p:cNvSpPr txBox="1"/>
            <p:nvPr/>
          </p:nvSpPr>
          <p:spPr>
            <a:xfrm>
              <a:off x="6714067" y="5355761"/>
              <a:ext cx="3877733" cy="692497"/>
            </a:xfrm>
            <a:prstGeom prst="rect">
              <a:avLst/>
            </a:prstGeom>
            <a:noFill/>
          </p:spPr>
          <p:txBody>
            <a:bodyPr wrap="square" rtlCol="0">
              <a:spAutoFit/>
            </a:bodyPr>
            <a:lstStyle/>
            <a:p>
              <a:r>
                <a:rPr lang="en-US" sz="2400" b="1" dirty="0" err="1">
                  <a:solidFill>
                    <a:schemeClr val="tx2"/>
                  </a:solidFill>
                  <a:latin typeface="Times New Roman" panose="02020603050405020304" pitchFamily="18" charset="0"/>
                  <a:cs typeface="Times New Roman" panose="02020603050405020304" pitchFamily="18" charset="0"/>
                </a:rPr>
                <a:t>Recommandation</a:t>
              </a:r>
              <a:r>
                <a:rPr lang="en-US" sz="1600" b="1" dirty="0">
                  <a:latin typeface="Times New Roman" panose="02020603050405020304" pitchFamily="18" charset="0"/>
                  <a:cs typeface="Times New Roman" panose="02020603050405020304" pitchFamily="18" charset="0"/>
                </a:rPr>
                <a:t> </a:t>
              </a:r>
            </a:p>
          </p:txBody>
        </p:sp>
        <p:sp>
          <p:nvSpPr>
            <p:cNvPr id="14" name="Oval 13">
              <a:extLst>
                <a:ext uri="{FF2B5EF4-FFF2-40B4-BE49-F238E27FC236}">
                  <a16:creationId xmlns:a16="http://schemas.microsoft.com/office/drawing/2014/main" id="{FC84C18D-629C-4F62-9CE1-400F90122C50}"/>
                </a:ext>
              </a:extLst>
            </p:cNvPr>
            <p:cNvSpPr/>
            <p:nvPr/>
          </p:nvSpPr>
          <p:spPr>
            <a:xfrm>
              <a:off x="6417815" y="4524764"/>
              <a:ext cx="4436535" cy="230832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dirty="0"/>
            </a:p>
          </p:txBody>
        </p:sp>
      </p:grpSp>
      <p:sp>
        <p:nvSpPr>
          <p:cNvPr id="2" name="Rectangle 1">
            <a:extLst>
              <a:ext uri="{FF2B5EF4-FFF2-40B4-BE49-F238E27FC236}">
                <a16:creationId xmlns:a16="http://schemas.microsoft.com/office/drawing/2014/main" id="{54DEA29F-5EB8-4F01-A4EB-B1A000B09FC3}"/>
              </a:ext>
            </a:extLst>
          </p:cNvPr>
          <p:cNvSpPr/>
          <p:nvPr/>
        </p:nvSpPr>
        <p:spPr>
          <a:xfrm>
            <a:off x="1354238" y="1568540"/>
            <a:ext cx="9097701" cy="1711366"/>
          </a:xfrm>
          <a:prstGeom prst="rect">
            <a:avLst/>
          </a:prstGeom>
        </p:spPr>
        <p:txBody>
          <a:bodyPr wrap="square">
            <a:spAutoFit/>
          </a:bodyPr>
          <a:lstStyle/>
          <a:p>
            <a:pPr>
              <a:lnSpc>
                <a:spcPct val="150000"/>
              </a:lnSpc>
            </a:pPr>
            <a:r>
              <a:rPr lang="fr-FR" dirty="0">
                <a:latin typeface="Times New Roman" panose="02020603050405020304" pitchFamily="18" charset="0"/>
                <a:cs typeface="Times New Roman" panose="02020603050405020304" pitchFamily="18" charset="0"/>
              </a:rPr>
              <a:t>La production de sorgho en Mauritanie change beaucoup d’une année à l’autre, surtout à cause du manque de pluie et des méthodes agricoles très simples. La plupart des agriculteurs cultivent dans les zones pluviales (</a:t>
            </a:r>
            <a:r>
              <a:rPr lang="fr-FR" dirty="0" err="1">
                <a:latin typeface="Times New Roman" panose="02020603050405020304" pitchFamily="18" charset="0"/>
                <a:cs typeface="Times New Roman" panose="02020603050405020304" pitchFamily="18" charset="0"/>
              </a:rPr>
              <a:t>Diéri</a:t>
            </a:r>
            <a:r>
              <a:rPr lang="fr-FR" dirty="0">
                <a:latin typeface="Times New Roman" panose="02020603050405020304" pitchFamily="18" charset="0"/>
                <a:cs typeface="Times New Roman" panose="02020603050405020304" pitchFamily="18" charset="0"/>
              </a:rPr>
              <a:t>), mais les rendements sont faibles. Par contre, là où il y a des barrages ou des zones bien aménagées, la production est meilleure</a:t>
            </a:r>
          </a:p>
        </p:txBody>
      </p:sp>
    </p:spTree>
    <p:extLst>
      <p:ext uri="{BB962C8B-B14F-4D97-AF65-F5344CB8AC3E}">
        <p14:creationId xmlns:p14="http://schemas.microsoft.com/office/powerpoint/2010/main" val="3255980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ppt_x"/>
                                          </p:val>
                                        </p:tav>
                                        <p:tav tm="100000">
                                          <p:val>
                                            <p:strVal val="#ppt_x"/>
                                          </p:val>
                                        </p:tav>
                                      </p:tavLst>
                                    </p:anim>
                                    <p:anim calcmode="lin" valueType="num">
                                      <p:cBhvr additive="base">
                                        <p:cTn id="8" dur="10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ppt_w</p:attrName>
                                        </p:attrNameLst>
                                      </p:cBhvr>
                                      <p:tavLst>
                                        <p:tav tm="0">
                                          <p:val>
                                            <p:fltVal val="0"/>
                                          </p:val>
                                        </p:tav>
                                        <p:tav tm="100000">
                                          <p:val>
                                            <p:strVal val="#ppt_w"/>
                                          </p:val>
                                        </p:tav>
                                      </p:tavLst>
                                    </p:anim>
                                    <p:anim calcmode="lin" valueType="num">
                                      <p:cBhvr>
                                        <p:cTn id="14" dur="500" fill="hold"/>
                                        <p:tgtEl>
                                          <p:spTgt spid="15"/>
                                        </p:tgtEl>
                                        <p:attrNameLst>
                                          <p:attrName>ppt_h</p:attrName>
                                        </p:attrNameLst>
                                      </p:cBhvr>
                                      <p:tavLst>
                                        <p:tav tm="0">
                                          <p:val>
                                            <p:fltVal val="0"/>
                                          </p:val>
                                        </p:tav>
                                        <p:tav tm="100000">
                                          <p:val>
                                            <p:strVal val="#ppt_h"/>
                                          </p:val>
                                        </p:tav>
                                      </p:tavLst>
                                    </p:anim>
                                    <p:animEffect transition="in" filter="fade">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2" decel="10000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750" fill="hold"/>
                                        <p:tgtEl>
                                          <p:spTgt spid="4"/>
                                        </p:tgtEl>
                                        <p:attrNameLst>
                                          <p:attrName>ppt_x</p:attrName>
                                        </p:attrNameLst>
                                      </p:cBhvr>
                                      <p:tavLst>
                                        <p:tav tm="0">
                                          <p:val>
                                            <p:strVal val="1+#ppt_w/2"/>
                                          </p:val>
                                        </p:tav>
                                        <p:tav tm="100000">
                                          <p:val>
                                            <p:strVal val="#ppt_x"/>
                                          </p:val>
                                        </p:tav>
                                      </p:tavLst>
                                    </p:anim>
                                    <p:anim calcmode="lin" valueType="num">
                                      <p:cBhvr additive="base">
                                        <p:cTn id="21" dur="75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2" decel="10000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750" fill="hold"/>
                                        <p:tgtEl>
                                          <p:spTgt spid="5"/>
                                        </p:tgtEl>
                                        <p:attrNameLst>
                                          <p:attrName>ppt_x</p:attrName>
                                        </p:attrNameLst>
                                      </p:cBhvr>
                                      <p:tavLst>
                                        <p:tav tm="0">
                                          <p:val>
                                            <p:strVal val="1+#ppt_w/2"/>
                                          </p:val>
                                        </p:tav>
                                        <p:tav tm="100000">
                                          <p:val>
                                            <p:strVal val="#ppt_x"/>
                                          </p:val>
                                        </p:tav>
                                      </p:tavLst>
                                    </p:anim>
                                    <p:anim calcmode="lin" valueType="num">
                                      <p:cBhvr additive="base">
                                        <p:cTn id="27" dur="75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2" decel="10000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750" fill="hold"/>
                                        <p:tgtEl>
                                          <p:spTgt spid="6"/>
                                        </p:tgtEl>
                                        <p:attrNameLst>
                                          <p:attrName>ppt_x</p:attrName>
                                        </p:attrNameLst>
                                      </p:cBhvr>
                                      <p:tavLst>
                                        <p:tav tm="0">
                                          <p:val>
                                            <p:strVal val="1+#ppt_w/2"/>
                                          </p:val>
                                        </p:tav>
                                        <p:tav tm="100000">
                                          <p:val>
                                            <p:strVal val="#ppt_x"/>
                                          </p:val>
                                        </p:tav>
                                      </p:tavLst>
                                    </p:anim>
                                    <p:anim calcmode="lin" valueType="num">
                                      <p:cBhvr additive="base">
                                        <p:cTn id="33" dur="75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721</TotalTime>
  <Words>555</Words>
  <Application>Microsoft Office PowerPoint</Application>
  <PresentationFormat>Grand écran</PresentationFormat>
  <Paragraphs>202</Paragraphs>
  <Slides>17</Slides>
  <Notes>4</Notes>
  <HiddenSlides>0</HiddenSlides>
  <MMClips>0</MMClips>
  <ScaleCrop>false</ScaleCrop>
  <HeadingPairs>
    <vt:vector size="6" baseType="variant">
      <vt:variant>
        <vt:lpstr>Polices utilisées</vt:lpstr>
      </vt:variant>
      <vt:variant>
        <vt:i4>9</vt:i4>
      </vt:variant>
      <vt:variant>
        <vt:lpstr>Thème</vt:lpstr>
      </vt:variant>
      <vt:variant>
        <vt:i4>2</vt:i4>
      </vt:variant>
      <vt:variant>
        <vt:lpstr>Titres des diapositives</vt:lpstr>
      </vt:variant>
      <vt:variant>
        <vt:i4>17</vt:i4>
      </vt:variant>
    </vt:vector>
  </HeadingPairs>
  <TitlesOfParts>
    <vt:vector size="28" baseType="lpstr">
      <vt:lpstr>Arial</vt:lpstr>
      <vt:lpstr>Calibri</vt:lpstr>
      <vt:lpstr>Calibri Light</vt:lpstr>
      <vt:lpstr>Century Gothic</vt:lpstr>
      <vt:lpstr>Monotype Corsiva</vt:lpstr>
      <vt:lpstr>TAN Astoria</vt:lpstr>
      <vt:lpstr>Times New Roman</vt:lpstr>
      <vt:lpstr>TS Qamus Bold</vt:lpstr>
      <vt:lpstr>Viner Hand ITC</vt:lpstr>
      <vt:lpstr>Thème Office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Karvedlo@outlook.com</dc:creator>
  <cp:lastModifiedBy>karvedllo larvedllo</cp:lastModifiedBy>
  <cp:revision>58</cp:revision>
  <dcterms:created xsi:type="dcterms:W3CDTF">2025-06-27T17:46:41Z</dcterms:created>
  <dcterms:modified xsi:type="dcterms:W3CDTF">2026-05-23T10:57:19Z</dcterms:modified>
</cp:coreProperties>
</file>